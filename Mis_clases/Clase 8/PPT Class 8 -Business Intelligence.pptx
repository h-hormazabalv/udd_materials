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47" r:id="rId2"/>
    <p:sldId id="415" r:id="rId3"/>
    <p:sldId id="447" r:id="rId4"/>
    <p:sldId id="448" r:id="rId5"/>
    <p:sldId id="449" r:id="rId6"/>
    <p:sldId id="452" r:id="rId7"/>
    <p:sldId id="450" r:id="rId8"/>
    <p:sldId id="453" r:id="rId9"/>
    <p:sldId id="451" r:id="rId10"/>
    <p:sldId id="454" r:id="rId11"/>
    <p:sldId id="455" r:id="rId12"/>
    <p:sldId id="456" r:id="rId13"/>
    <p:sldId id="457" r:id="rId14"/>
    <p:sldId id="459" r:id="rId15"/>
    <p:sldId id="458" r:id="rId16"/>
    <p:sldId id="398" r:id="rId17"/>
    <p:sldId id="446" r:id="rId18"/>
  </p:sldIdLst>
  <p:sldSz cx="12192000" cy="6858000"/>
  <p:notesSz cx="7010400" cy="92964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F2F2F2"/>
    <a:srgbClr val="3E7D13"/>
    <a:srgbClr val="C762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46F890A9-2807-4EBB-B81D-B2AA78EC7F39}" styleName="Estilo oscuro 2 - Énfasis 5/Énfasis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843" autoAdjust="0"/>
    <p:restoredTop sz="93792" autoAdjust="0"/>
  </p:normalViewPr>
  <p:slideViewPr>
    <p:cSldViewPr snapToGrid="0">
      <p:cViewPr varScale="1">
        <p:scale>
          <a:sx n="64" d="100"/>
          <a:sy n="64" d="100"/>
        </p:scale>
        <p:origin x="36" y="36"/>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ctor Alonso Hormazábal Vildósola" userId="b9d27978aac6e731" providerId="LiveId" clId="{D2273A24-D03C-4860-89B0-7ACAB9685CDC}"/>
    <pc:docChg chg="undo custSel addSld delSld modSld sldOrd">
      <pc:chgData name="Héctor Alonso Hormazábal Vildósola" userId="b9d27978aac6e731" providerId="LiveId" clId="{D2273A24-D03C-4860-89B0-7ACAB9685CDC}" dt="2026-04-25T10:03:31.781" v="2214" actId="20577"/>
      <pc:docMkLst>
        <pc:docMk/>
      </pc:docMkLst>
      <pc:sldChg chg="addSp delSp modSp mod">
        <pc:chgData name="Héctor Alonso Hormazábal Vildósola" userId="b9d27978aac6e731" providerId="LiveId" clId="{D2273A24-D03C-4860-89B0-7ACAB9685CDC}" dt="2026-04-25T03:33:13.731" v="44" actId="2711"/>
        <pc:sldMkLst>
          <pc:docMk/>
          <pc:sldMk cId="3612186208" sldId="347"/>
        </pc:sldMkLst>
        <pc:spChg chg="mod">
          <ac:chgData name="Héctor Alonso Hormazábal Vildósola" userId="b9d27978aac6e731" providerId="LiveId" clId="{D2273A24-D03C-4860-89B0-7ACAB9685CDC}" dt="2026-04-25T03:33:13.731" v="44" actId="2711"/>
          <ac:spMkLst>
            <pc:docMk/>
            <pc:sldMk cId="3612186208" sldId="347"/>
            <ac:spMk id="7" creationId="{794F2F35-203D-41CB-8506-3752C0BD239E}"/>
          </ac:spMkLst>
        </pc:spChg>
        <pc:spChg chg="add del">
          <ac:chgData name="Héctor Alonso Hormazábal Vildósola" userId="b9d27978aac6e731" providerId="LiveId" clId="{D2273A24-D03C-4860-89B0-7ACAB9685CDC}" dt="2026-04-25T03:25:37.956" v="19" actId="22"/>
          <ac:spMkLst>
            <pc:docMk/>
            <pc:sldMk cId="3612186208" sldId="347"/>
            <ac:spMk id="11" creationId="{A488F6C3-0135-45B2-874C-B919F487AD01}"/>
          </ac:spMkLst>
        </pc:spChg>
        <pc:spChg chg="add mod">
          <ac:chgData name="Héctor Alonso Hormazábal Vildósola" userId="b9d27978aac6e731" providerId="LiveId" clId="{D2273A24-D03C-4860-89B0-7ACAB9685CDC}" dt="2026-04-25T03:30:39.239" v="33"/>
          <ac:spMkLst>
            <pc:docMk/>
            <pc:sldMk cId="3612186208" sldId="347"/>
            <ac:spMk id="14" creationId="{22C1A953-D66F-4865-978D-6FD9CB0A38DD}"/>
          </ac:spMkLst>
        </pc:spChg>
      </pc:sldChg>
      <pc:sldChg chg="modSp mod">
        <pc:chgData name="Héctor Alonso Hormazábal Vildósola" userId="b9d27978aac6e731" providerId="LiveId" clId="{D2273A24-D03C-4860-89B0-7ACAB9685CDC}" dt="2026-04-25T10:03:31.781" v="2214" actId="20577"/>
        <pc:sldMkLst>
          <pc:docMk/>
          <pc:sldMk cId="1995537604" sldId="398"/>
        </pc:sldMkLst>
        <pc:spChg chg="mod">
          <ac:chgData name="Héctor Alonso Hormazábal Vildósola" userId="b9d27978aac6e731" providerId="LiveId" clId="{D2273A24-D03C-4860-89B0-7ACAB9685CDC}" dt="2026-04-25T03:30:30.503" v="31" actId="1076"/>
          <ac:spMkLst>
            <pc:docMk/>
            <pc:sldMk cId="1995537604" sldId="398"/>
            <ac:spMk id="5" creationId="{BDBB5863-274C-24CA-8D66-BA51A8842EBF}"/>
          </ac:spMkLst>
        </pc:spChg>
        <pc:graphicFrameChg chg="modGraphic">
          <ac:chgData name="Héctor Alonso Hormazábal Vildósola" userId="b9d27978aac6e731" providerId="LiveId" clId="{D2273A24-D03C-4860-89B0-7ACAB9685CDC}" dt="2026-04-25T10:03:31.781" v="2214" actId="20577"/>
          <ac:graphicFrameMkLst>
            <pc:docMk/>
            <pc:sldMk cId="1995537604" sldId="398"/>
            <ac:graphicFrameMk id="3" creationId="{64652A2A-F914-890D-329C-11AC45BFAF16}"/>
          </ac:graphicFrameMkLst>
        </pc:graphicFrameChg>
      </pc:sldChg>
      <pc:sldChg chg="addSp delSp modSp mod">
        <pc:chgData name="Héctor Alonso Hormazábal Vildósola" userId="b9d27978aac6e731" providerId="LiveId" clId="{D2273A24-D03C-4860-89B0-7ACAB9685CDC}" dt="2026-04-25T04:00:49.656" v="360" actId="1076"/>
        <pc:sldMkLst>
          <pc:docMk/>
          <pc:sldMk cId="2472915426" sldId="415"/>
        </pc:sldMkLst>
        <pc:spChg chg="add mod">
          <ac:chgData name="Héctor Alonso Hormazábal Vildósola" userId="b9d27978aac6e731" providerId="LiveId" clId="{D2273A24-D03C-4860-89B0-7ACAB9685CDC}" dt="2026-04-25T04:00:29.515" v="355" actId="14100"/>
          <ac:spMkLst>
            <pc:docMk/>
            <pc:sldMk cId="2472915426" sldId="415"/>
            <ac:spMk id="3" creationId="{C12972D4-95C9-49FD-AB8C-484345006347}"/>
          </ac:spMkLst>
        </pc:spChg>
        <pc:spChg chg="add del mod">
          <ac:chgData name="Héctor Alonso Hormazábal Vildósola" userId="b9d27978aac6e731" providerId="LiveId" clId="{D2273A24-D03C-4860-89B0-7ACAB9685CDC}" dt="2026-04-25T03:43:17.298" v="106" actId="478"/>
          <ac:spMkLst>
            <pc:docMk/>
            <pc:sldMk cId="2472915426" sldId="415"/>
            <ac:spMk id="4" creationId="{19CEA4B5-D466-45CC-859C-49025501392E}"/>
          </ac:spMkLst>
        </pc:spChg>
        <pc:spChg chg="del">
          <ac:chgData name="Héctor Alonso Hormazábal Vildósola" userId="b9d27978aac6e731" providerId="LiveId" clId="{D2273A24-D03C-4860-89B0-7ACAB9685CDC}" dt="2026-04-24T21:11:20.236" v="0" actId="478"/>
          <ac:spMkLst>
            <pc:docMk/>
            <pc:sldMk cId="2472915426" sldId="415"/>
            <ac:spMk id="5" creationId="{080CDC08-ED67-454A-B65C-69EB1EE0C716}"/>
          </ac:spMkLst>
        </pc:spChg>
        <pc:spChg chg="del mod">
          <ac:chgData name="Héctor Alonso Hormazábal Vildósola" userId="b9d27978aac6e731" providerId="LiveId" clId="{D2273A24-D03C-4860-89B0-7ACAB9685CDC}" dt="2026-04-25T03:30:54.107" v="37" actId="478"/>
          <ac:spMkLst>
            <pc:docMk/>
            <pc:sldMk cId="2472915426" sldId="415"/>
            <ac:spMk id="6" creationId="{DB013D7C-6910-324A-931E-2860916070EC}"/>
          </ac:spMkLst>
        </pc:spChg>
        <pc:spChg chg="mod">
          <ac:chgData name="Héctor Alonso Hormazábal Vildósola" userId="b9d27978aac6e731" providerId="LiveId" clId="{D2273A24-D03C-4860-89B0-7ACAB9685CDC}" dt="2026-04-25T03:33:36.599" v="58" actId="20577"/>
          <ac:spMkLst>
            <pc:docMk/>
            <pc:sldMk cId="2472915426" sldId="415"/>
            <ac:spMk id="7" creationId="{1616B852-63A6-4684-9357-AC52515CBAE6}"/>
          </ac:spMkLst>
        </pc:spChg>
        <pc:spChg chg="add del mod">
          <ac:chgData name="Héctor Alonso Hormazábal Vildósola" userId="b9d27978aac6e731" providerId="LiveId" clId="{D2273A24-D03C-4860-89B0-7ACAB9685CDC}" dt="2026-04-25T03:30:51.004" v="35"/>
          <ac:spMkLst>
            <pc:docMk/>
            <pc:sldMk cId="2472915426" sldId="415"/>
            <ac:spMk id="8" creationId="{DE9BFACC-52C7-45C0-8962-E2A47F1FA53A}"/>
          </ac:spMkLst>
        </pc:spChg>
        <pc:spChg chg="add mod">
          <ac:chgData name="Héctor Alonso Hormazábal Vildósola" userId="b9d27978aac6e731" providerId="LiveId" clId="{D2273A24-D03C-4860-89B0-7ACAB9685CDC}" dt="2026-04-25T03:30:56.158" v="38"/>
          <ac:spMkLst>
            <pc:docMk/>
            <pc:sldMk cId="2472915426" sldId="415"/>
            <ac:spMk id="9" creationId="{F40B9326-F613-4967-9B58-061B79464E3A}"/>
          </ac:spMkLst>
        </pc:spChg>
        <pc:picChg chg="add del mod">
          <ac:chgData name="Héctor Alonso Hormazábal Vildósola" userId="b9d27978aac6e731" providerId="LiveId" clId="{D2273A24-D03C-4860-89B0-7ACAB9685CDC}" dt="2026-04-25T03:54:22.807" v="256" actId="478"/>
          <ac:picMkLst>
            <pc:docMk/>
            <pc:sldMk cId="2472915426" sldId="415"/>
            <ac:picMk id="1027" creationId="{697CD351-2052-4417-B31A-E29FA0FD329F}"/>
          </ac:picMkLst>
        </pc:picChg>
        <pc:picChg chg="del">
          <ac:chgData name="Héctor Alonso Hormazábal Vildósola" userId="b9d27978aac6e731" providerId="LiveId" clId="{D2273A24-D03C-4860-89B0-7ACAB9685CDC}" dt="2026-04-24T21:11:22.307" v="1" actId="478"/>
          <ac:picMkLst>
            <pc:docMk/>
            <pc:sldMk cId="2472915426" sldId="415"/>
            <ac:picMk id="1027" creationId="{C3FCBF35-2013-40F3-BB04-6402F3D79D0B}"/>
          </ac:picMkLst>
        </pc:picChg>
        <pc:picChg chg="add mod">
          <ac:chgData name="Héctor Alonso Hormazábal Vildósola" userId="b9d27978aac6e731" providerId="LiveId" clId="{D2273A24-D03C-4860-89B0-7ACAB9685CDC}" dt="2026-04-25T04:00:49.656" v="360" actId="1076"/>
          <ac:picMkLst>
            <pc:docMk/>
            <pc:sldMk cId="2472915426" sldId="415"/>
            <ac:picMk id="1029" creationId="{63579D42-08A5-471B-9134-18D011DB8C85}"/>
          </ac:picMkLst>
        </pc:picChg>
      </pc:sldChg>
      <pc:sldChg chg="del">
        <pc:chgData name="Héctor Alonso Hormazábal Vildósola" userId="b9d27978aac6e731" providerId="LiveId" clId="{D2273A24-D03C-4860-89B0-7ACAB9685CDC}" dt="2026-04-24T21:11:26.237" v="2" actId="47"/>
        <pc:sldMkLst>
          <pc:docMk/>
          <pc:sldMk cId="2502597907" sldId="436"/>
        </pc:sldMkLst>
      </pc:sldChg>
      <pc:sldChg chg="del">
        <pc:chgData name="Héctor Alonso Hormazábal Vildósola" userId="b9d27978aac6e731" providerId="LiveId" clId="{D2273A24-D03C-4860-89B0-7ACAB9685CDC}" dt="2026-04-24T21:11:26.359" v="3" actId="47"/>
        <pc:sldMkLst>
          <pc:docMk/>
          <pc:sldMk cId="1641930268" sldId="437"/>
        </pc:sldMkLst>
      </pc:sldChg>
      <pc:sldChg chg="del">
        <pc:chgData name="Héctor Alonso Hormazábal Vildósola" userId="b9d27978aac6e731" providerId="LiveId" clId="{D2273A24-D03C-4860-89B0-7ACAB9685CDC}" dt="2026-04-24T21:11:26.632" v="4" actId="47"/>
        <pc:sldMkLst>
          <pc:docMk/>
          <pc:sldMk cId="1543918204" sldId="438"/>
        </pc:sldMkLst>
      </pc:sldChg>
      <pc:sldChg chg="del">
        <pc:chgData name="Héctor Alonso Hormazábal Vildósola" userId="b9d27978aac6e731" providerId="LiveId" clId="{D2273A24-D03C-4860-89B0-7ACAB9685CDC}" dt="2026-04-24T21:11:26.715" v="5" actId="47"/>
        <pc:sldMkLst>
          <pc:docMk/>
          <pc:sldMk cId="865393244" sldId="439"/>
        </pc:sldMkLst>
      </pc:sldChg>
      <pc:sldChg chg="del">
        <pc:chgData name="Héctor Alonso Hormazábal Vildósola" userId="b9d27978aac6e731" providerId="LiveId" clId="{D2273A24-D03C-4860-89B0-7ACAB9685CDC}" dt="2026-04-24T21:11:26.948" v="6" actId="47"/>
        <pc:sldMkLst>
          <pc:docMk/>
          <pc:sldMk cId="1386246225" sldId="440"/>
        </pc:sldMkLst>
      </pc:sldChg>
      <pc:sldChg chg="del">
        <pc:chgData name="Héctor Alonso Hormazábal Vildósola" userId="b9d27978aac6e731" providerId="LiveId" clId="{D2273A24-D03C-4860-89B0-7ACAB9685CDC}" dt="2026-04-24T21:11:27.013" v="7" actId="47"/>
        <pc:sldMkLst>
          <pc:docMk/>
          <pc:sldMk cId="3387648126" sldId="441"/>
        </pc:sldMkLst>
      </pc:sldChg>
      <pc:sldChg chg="del">
        <pc:chgData name="Héctor Alonso Hormazábal Vildósola" userId="b9d27978aac6e731" providerId="LiveId" clId="{D2273A24-D03C-4860-89B0-7ACAB9685CDC}" dt="2026-04-24T21:11:27.204" v="8" actId="47"/>
        <pc:sldMkLst>
          <pc:docMk/>
          <pc:sldMk cId="1936271266" sldId="442"/>
        </pc:sldMkLst>
      </pc:sldChg>
      <pc:sldChg chg="del">
        <pc:chgData name="Héctor Alonso Hormazábal Vildósola" userId="b9d27978aac6e731" providerId="LiveId" clId="{D2273A24-D03C-4860-89B0-7ACAB9685CDC}" dt="2026-04-24T21:11:27.436" v="9" actId="47"/>
        <pc:sldMkLst>
          <pc:docMk/>
          <pc:sldMk cId="2542825168" sldId="443"/>
        </pc:sldMkLst>
      </pc:sldChg>
      <pc:sldChg chg="del">
        <pc:chgData name="Héctor Alonso Hormazábal Vildósola" userId="b9d27978aac6e731" providerId="LiveId" clId="{D2273A24-D03C-4860-89B0-7ACAB9685CDC}" dt="2026-04-24T21:11:27.510" v="10" actId="47"/>
        <pc:sldMkLst>
          <pc:docMk/>
          <pc:sldMk cId="514231515" sldId="444"/>
        </pc:sldMkLst>
      </pc:sldChg>
      <pc:sldChg chg="del">
        <pc:chgData name="Héctor Alonso Hormazábal Vildósola" userId="b9d27978aac6e731" providerId="LiveId" clId="{D2273A24-D03C-4860-89B0-7ACAB9685CDC}" dt="2026-04-24T21:11:27.690" v="11" actId="47"/>
        <pc:sldMkLst>
          <pc:docMk/>
          <pc:sldMk cId="2798334163" sldId="445"/>
        </pc:sldMkLst>
      </pc:sldChg>
      <pc:sldChg chg="addSp modSp mod">
        <pc:chgData name="Héctor Alonso Hormazábal Vildósola" userId="b9d27978aac6e731" providerId="LiveId" clId="{D2273A24-D03C-4860-89B0-7ACAB9685CDC}" dt="2026-04-25T03:31:17.181" v="40" actId="20577"/>
        <pc:sldMkLst>
          <pc:docMk/>
          <pc:sldMk cId="2119428810" sldId="446"/>
        </pc:sldMkLst>
        <pc:spChg chg="mod">
          <ac:chgData name="Héctor Alonso Hormazábal Vildósola" userId="b9d27978aac6e731" providerId="LiveId" clId="{D2273A24-D03C-4860-89B0-7ACAB9685CDC}" dt="2026-04-25T03:31:17.181" v="40" actId="20577"/>
          <ac:spMkLst>
            <pc:docMk/>
            <pc:sldMk cId="2119428810" sldId="446"/>
            <ac:spMk id="7" creationId="{794F2F35-203D-41CB-8506-3752C0BD239E}"/>
          </ac:spMkLst>
        </pc:spChg>
        <pc:spChg chg="add mod">
          <ac:chgData name="Héctor Alonso Hormazábal Vildósola" userId="b9d27978aac6e731" providerId="LiveId" clId="{D2273A24-D03C-4860-89B0-7ACAB9685CDC}" dt="2026-04-25T03:30:33.039" v="32"/>
          <ac:spMkLst>
            <pc:docMk/>
            <pc:sldMk cId="2119428810" sldId="446"/>
            <ac:spMk id="11" creationId="{9B1F4251-9D71-4EFC-85DE-40B136DAB136}"/>
          </ac:spMkLst>
        </pc:spChg>
        <pc:picChg chg="add mod">
          <ac:chgData name="Héctor Alonso Hormazábal Vildósola" userId="b9d27978aac6e731" providerId="LiveId" clId="{D2273A24-D03C-4860-89B0-7ACAB9685CDC}" dt="2026-04-25T03:30:05.038" v="30"/>
          <ac:picMkLst>
            <pc:docMk/>
            <pc:sldMk cId="2119428810" sldId="446"/>
            <ac:picMk id="9" creationId="{1F22FC98-2281-4FCB-AC4F-14BB6AADE9DE}"/>
          </ac:picMkLst>
        </pc:picChg>
      </pc:sldChg>
      <pc:sldChg chg="addSp delSp modSp add mod">
        <pc:chgData name="Héctor Alonso Hormazábal Vildósola" userId="b9d27978aac6e731" providerId="LiveId" clId="{D2273A24-D03C-4860-89B0-7ACAB9685CDC}" dt="2026-04-25T03:58:10.582" v="354" actId="20577"/>
        <pc:sldMkLst>
          <pc:docMk/>
          <pc:sldMk cId="519628467" sldId="447"/>
        </pc:sldMkLst>
        <pc:spChg chg="del mod">
          <ac:chgData name="Héctor Alonso Hormazábal Vildósola" userId="b9d27978aac6e731" providerId="LiveId" clId="{D2273A24-D03C-4860-89B0-7ACAB9685CDC}" dt="2026-04-25T03:54:30.399" v="259" actId="478"/>
          <ac:spMkLst>
            <pc:docMk/>
            <pc:sldMk cId="519628467" sldId="447"/>
            <ac:spMk id="3" creationId="{C12972D4-95C9-49FD-AB8C-484345006347}"/>
          </ac:spMkLst>
        </pc:spChg>
        <pc:spChg chg="mod">
          <ac:chgData name="Héctor Alonso Hormazábal Vildósola" userId="b9d27978aac6e731" providerId="LiveId" clId="{D2273A24-D03C-4860-89B0-7ACAB9685CDC}" dt="2026-04-25T03:58:10.582" v="354" actId="20577"/>
          <ac:spMkLst>
            <pc:docMk/>
            <pc:sldMk cId="519628467" sldId="447"/>
            <ac:spMk id="7" creationId="{1616B852-63A6-4684-9357-AC52515CBAE6}"/>
          </ac:spMkLst>
        </pc:spChg>
        <pc:spChg chg="add del">
          <ac:chgData name="Héctor Alonso Hormazábal Vildósola" userId="b9d27978aac6e731" providerId="LiveId" clId="{D2273A24-D03C-4860-89B0-7ACAB9685CDC}" dt="2026-04-25T03:54:51.535" v="263" actId="22"/>
          <ac:spMkLst>
            <pc:docMk/>
            <pc:sldMk cId="519628467" sldId="447"/>
            <ac:spMk id="8" creationId="{91AB0FFB-A0DB-4E47-99B1-FFB221E262B8}"/>
          </ac:spMkLst>
        </pc:spChg>
        <pc:picChg chg="add mod">
          <ac:chgData name="Héctor Alonso Hormazábal Vildósola" userId="b9d27978aac6e731" providerId="LiveId" clId="{D2273A24-D03C-4860-89B0-7ACAB9685CDC}" dt="2026-04-25T03:55:15.547" v="268" actId="1076"/>
          <ac:picMkLst>
            <pc:docMk/>
            <pc:sldMk cId="519628467" sldId="447"/>
            <ac:picMk id="3074" creationId="{CD205CDC-759F-45C0-A042-13806982F4FD}"/>
          </ac:picMkLst>
        </pc:picChg>
      </pc:sldChg>
      <pc:sldChg chg="add del">
        <pc:chgData name="Héctor Alonso Hormazábal Vildósola" userId="b9d27978aac6e731" providerId="LiveId" clId="{D2273A24-D03C-4860-89B0-7ACAB9685CDC}" dt="2026-04-25T03:54:38.751" v="261" actId="2696"/>
        <pc:sldMkLst>
          <pc:docMk/>
          <pc:sldMk cId="2561319074" sldId="448"/>
        </pc:sldMkLst>
      </pc:sldChg>
      <pc:sldChg chg="addSp delSp modSp add mod">
        <pc:chgData name="Héctor Alonso Hormazábal Vildósola" userId="b9d27978aac6e731" providerId="LiveId" clId="{D2273A24-D03C-4860-89B0-7ACAB9685CDC}" dt="2026-04-25T03:58:01.776" v="350" actId="20577"/>
        <pc:sldMkLst>
          <pc:docMk/>
          <pc:sldMk cId="3167192713" sldId="448"/>
        </pc:sldMkLst>
        <pc:spChg chg="mod">
          <ac:chgData name="Héctor Alonso Hormazábal Vildósola" userId="b9d27978aac6e731" providerId="LiveId" clId="{D2273A24-D03C-4860-89B0-7ACAB9685CDC}" dt="2026-04-25T03:58:01.776" v="350" actId="20577"/>
          <ac:spMkLst>
            <pc:docMk/>
            <pc:sldMk cId="3167192713" sldId="448"/>
            <ac:spMk id="7" creationId="{1616B852-63A6-4684-9357-AC52515CBAE6}"/>
          </ac:spMkLst>
        </pc:spChg>
        <pc:picChg chg="del">
          <ac:chgData name="Héctor Alonso Hormazábal Vildósola" userId="b9d27978aac6e731" providerId="LiveId" clId="{D2273A24-D03C-4860-89B0-7ACAB9685CDC}" dt="2026-04-25T03:55:27.042" v="270" actId="478"/>
          <ac:picMkLst>
            <pc:docMk/>
            <pc:sldMk cId="3167192713" sldId="448"/>
            <ac:picMk id="3074" creationId="{CD205CDC-759F-45C0-A042-13806982F4FD}"/>
          </ac:picMkLst>
        </pc:picChg>
        <pc:picChg chg="add mod">
          <ac:chgData name="Héctor Alonso Hormazábal Vildósola" userId="b9d27978aac6e731" providerId="LiveId" clId="{D2273A24-D03C-4860-89B0-7ACAB9685CDC}" dt="2026-04-25T03:55:56.642" v="277" actId="1076"/>
          <ac:picMkLst>
            <pc:docMk/>
            <pc:sldMk cId="3167192713" sldId="448"/>
            <ac:picMk id="4098" creationId="{25BDD203-7A04-41B7-ABAD-BA5BBF3F20A9}"/>
          </ac:picMkLst>
        </pc:picChg>
      </pc:sldChg>
      <pc:sldChg chg="addSp delSp modSp add mod">
        <pc:chgData name="Héctor Alonso Hormazábal Vildósola" userId="b9d27978aac6e731" providerId="LiveId" clId="{D2273A24-D03C-4860-89B0-7ACAB9685CDC}" dt="2026-04-25T04:52:05.518" v="921" actId="20577"/>
        <pc:sldMkLst>
          <pc:docMk/>
          <pc:sldMk cId="3108059457" sldId="449"/>
        </pc:sldMkLst>
        <pc:spChg chg="add mod">
          <ac:chgData name="Héctor Alonso Hormazábal Vildósola" userId="b9d27978aac6e731" providerId="LiveId" clId="{D2273A24-D03C-4860-89B0-7ACAB9685CDC}" dt="2026-04-25T04:52:05.518" v="921" actId="20577"/>
          <ac:spMkLst>
            <pc:docMk/>
            <pc:sldMk cId="3108059457" sldId="449"/>
            <ac:spMk id="3" creationId="{325867A3-B402-4065-B7E2-BFE33986D5D6}"/>
          </ac:spMkLst>
        </pc:spChg>
        <pc:spChg chg="mod">
          <ac:chgData name="Héctor Alonso Hormazábal Vildósola" userId="b9d27978aac6e731" providerId="LiveId" clId="{D2273A24-D03C-4860-89B0-7ACAB9685CDC}" dt="2026-04-25T04:01:43.234" v="421" actId="20577"/>
          <ac:spMkLst>
            <pc:docMk/>
            <pc:sldMk cId="3108059457" sldId="449"/>
            <ac:spMk id="7" creationId="{1616B852-63A6-4684-9357-AC52515CBAE6}"/>
          </ac:spMkLst>
        </pc:spChg>
        <pc:picChg chg="del">
          <ac:chgData name="Héctor Alonso Hormazábal Vildósola" userId="b9d27978aac6e731" providerId="LiveId" clId="{D2273A24-D03C-4860-89B0-7ACAB9685CDC}" dt="2026-04-25T04:01:10.220" v="362" actId="478"/>
          <ac:picMkLst>
            <pc:docMk/>
            <pc:sldMk cId="3108059457" sldId="449"/>
            <ac:picMk id="4098" creationId="{25BDD203-7A04-41B7-ABAD-BA5BBF3F20A9}"/>
          </ac:picMkLst>
        </pc:picChg>
      </pc:sldChg>
      <pc:sldChg chg="addSp delSp modSp add mod">
        <pc:chgData name="Héctor Alonso Hormazábal Vildósola" userId="b9d27978aac6e731" providerId="LiveId" clId="{D2273A24-D03C-4860-89B0-7ACAB9685CDC}" dt="2026-04-25T05:14:59.176" v="1345" actId="14100"/>
        <pc:sldMkLst>
          <pc:docMk/>
          <pc:sldMk cId="2779374389" sldId="450"/>
        </pc:sldMkLst>
        <pc:spChg chg="del">
          <ac:chgData name="Héctor Alonso Hormazábal Vildósola" userId="b9d27978aac6e731" providerId="LiveId" clId="{D2273A24-D03C-4860-89B0-7ACAB9685CDC}" dt="2026-04-25T04:33:06.647" v="818" actId="478"/>
          <ac:spMkLst>
            <pc:docMk/>
            <pc:sldMk cId="2779374389" sldId="450"/>
            <ac:spMk id="3" creationId="{325867A3-B402-4065-B7E2-BFE33986D5D6}"/>
          </ac:spMkLst>
        </pc:spChg>
        <pc:spChg chg="add mod">
          <ac:chgData name="Héctor Alonso Hormazábal Vildósola" userId="b9d27978aac6e731" providerId="LiveId" clId="{D2273A24-D03C-4860-89B0-7ACAB9685CDC}" dt="2026-04-25T05:14:59.176" v="1345" actId="14100"/>
          <ac:spMkLst>
            <pc:docMk/>
            <pc:sldMk cId="2779374389" sldId="450"/>
            <ac:spMk id="4" creationId="{A99D8B94-4702-4E17-9433-1DBA67BC9276}"/>
          </ac:spMkLst>
        </pc:spChg>
        <pc:spChg chg="mod">
          <ac:chgData name="Héctor Alonso Hormazábal Vildósola" userId="b9d27978aac6e731" providerId="LiveId" clId="{D2273A24-D03C-4860-89B0-7ACAB9685CDC}" dt="2026-04-25T04:48:47.851" v="842" actId="20577"/>
          <ac:spMkLst>
            <pc:docMk/>
            <pc:sldMk cId="2779374389" sldId="450"/>
            <ac:spMk id="7" creationId="{1616B852-63A6-4684-9357-AC52515CBAE6}"/>
          </ac:spMkLst>
        </pc:spChg>
      </pc:sldChg>
      <pc:sldChg chg="modSp add mod">
        <pc:chgData name="Héctor Alonso Hormazábal Vildósola" userId="b9d27978aac6e731" providerId="LiveId" clId="{D2273A24-D03C-4860-89B0-7ACAB9685CDC}" dt="2026-04-25T05:26:29.927" v="1565" actId="20577"/>
        <pc:sldMkLst>
          <pc:docMk/>
          <pc:sldMk cId="2331872819" sldId="451"/>
        </pc:sldMkLst>
        <pc:spChg chg="mod">
          <ac:chgData name="Héctor Alonso Hormazábal Vildósola" userId="b9d27978aac6e731" providerId="LiveId" clId="{D2273A24-D03C-4860-89B0-7ACAB9685CDC}" dt="2026-04-25T05:26:29.927" v="1565" actId="20577"/>
          <ac:spMkLst>
            <pc:docMk/>
            <pc:sldMk cId="2331872819" sldId="451"/>
            <ac:spMk id="4" creationId="{A99D8B94-4702-4E17-9433-1DBA67BC9276}"/>
          </ac:spMkLst>
        </pc:spChg>
        <pc:spChg chg="mod">
          <ac:chgData name="Héctor Alonso Hormazábal Vildósola" userId="b9d27978aac6e731" providerId="LiveId" clId="{D2273A24-D03C-4860-89B0-7ACAB9685CDC}" dt="2026-04-25T05:13:48.839" v="1340" actId="20577"/>
          <ac:spMkLst>
            <pc:docMk/>
            <pc:sldMk cId="2331872819" sldId="451"/>
            <ac:spMk id="7" creationId="{1616B852-63A6-4684-9357-AC52515CBAE6}"/>
          </ac:spMkLst>
        </pc:spChg>
      </pc:sldChg>
      <pc:sldChg chg="addSp delSp modSp add mod">
        <pc:chgData name="Héctor Alonso Hormazábal Vildósola" userId="b9d27978aac6e731" providerId="LiveId" clId="{D2273A24-D03C-4860-89B0-7ACAB9685CDC}" dt="2026-04-25T05:34:09.792" v="1590" actId="1076"/>
        <pc:sldMkLst>
          <pc:docMk/>
          <pc:sldMk cId="619094567" sldId="452"/>
        </pc:sldMkLst>
        <pc:spChg chg="del">
          <ac:chgData name="Héctor Alonso Hormazábal Vildósola" userId="b9d27978aac6e731" providerId="LiveId" clId="{D2273A24-D03C-4860-89B0-7ACAB9685CDC}" dt="2026-04-25T05:28:27.800" v="1567" actId="478"/>
          <ac:spMkLst>
            <pc:docMk/>
            <pc:sldMk cId="619094567" sldId="452"/>
            <ac:spMk id="3" creationId="{325867A3-B402-4065-B7E2-BFE33986D5D6}"/>
          </ac:spMkLst>
        </pc:spChg>
        <pc:spChg chg="add del">
          <ac:chgData name="Héctor Alonso Hormazábal Vildósola" userId="b9d27978aac6e731" providerId="LiveId" clId="{D2273A24-D03C-4860-89B0-7ACAB9685CDC}" dt="2026-04-25T05:32:47.428" v="1580" actId="478"/>
          <ac:spMkLst>
            <pc:docMk/>
            <pc:sldMk cId="619094567" sldId="452"/>
            <ac:spMk id="4" creationId="{3108D93D-7A6F-479A-90AE-762CB3129D49}"/>
          </ac:spMkLst>
        </pc:spChg>
        <pc:spChg chg="add">
          <ac:chgData name="Héctor Alonso Hormazábal Vildósola" userId="b9d27978aac6e731" providerId="LiveId" clId="{D2273A24-D03C-4860-89B0-7ACAB9685CDC}" dt="2026-04-25T05:32:52.751" v="1581"/>
          <ac:spMkLst>
            <pc:docMk/>
            <pc:sldMk cId="619094567" sldId="452"/>
            <ac:spMk id="5" creationId="{3F6A9161-E1B6-4CB5-B0DA-D0DDCCFA4FEC}"/>
          </ac:spMkLst>
        </pc:spChg>
        <pc:spChg chg="add mod">
          <ac:chgData name="Héctor Alonso Hormazábal Vildósola" userId="b9d27978aac6e731" providerId="LiveId" clId="{D2273A24-D03C-4860-89B0-7ACAB9685CDC}" dt="2026-04-25T05:33:13.429" v="1583" actId="14100"/>
          <ac:spMkLst>
            <pc:docMk/>
            <pc:sldMk cId="619094567" sldId="452"/>
            <ac:spMk id="6" creationId="{09592433-5E57-4F82-B87B-3823FAA40022}"/>
          </ac:spMkLst>
        </pc:spChg>
        <pc:picChg chg="add del mod">
          <ac:chgData name="Héctor Alonso Hormazábal Vildósola" userId="b9d27978aac6e731" providerId="LiveId" clId="{D2273A24-D03C-4860-89B0-7ACAB9685CDC}" dt="2026-04-25T05:33:39.007" v="1587" actId="478"/>
          <ac:picMkLst>
            <pc:docMk/>
            <pc:sldMk cId="619094567" sldId="452"/>
            <ac:picMk id="10" creationId="{7E7C5DC7-4B01-4123-B438-8172480CE666}"/>
          </ac:picMkLst>
        </pc:picChg>
        <pc:picChg chg="add mod">
          <ac:chgData name="Héctor Alonso Hormazábal Vildósola" userId="b9d27978aac6e731" providerId="LiveId" clId="{D2273A24-D03C-4860-89B0-7ACAB9685CDC}" dt="2026-04-25T05:34:09.792" v="1590" actId="1076"/>
          <ac:picMkLst>
            <pc:docMk/>
            <pc:sldMk cId="619094567" sldId="452"/>
            <ac:picMk id="12" creationId="{D1F42BF5-1888-4626-9C82-BC5BDE69BB60}"/>
          </ac:picMkLst>
        </pc:picChg>
        <pc:picChg chg="add del mod">
          <ac:chgData name="Héctor Alonso Hormazábal Vildósola" userId="b9d27978aac6e731" providerId="LiveId" clId="{D2273A24-D03C-4860-89B0-7ACAB9685CDC}" dt="2026-04-25T05:32:43.201" v="1578" actId="478"/>
          <ac:picMkLst>
            <pc:docMk/>
            <pc:sldMk cId="619094567" sldId="452"/>
            <ac:picMk id="7170" creationId="{89809CAE-5347-4A8B-AC6D-771DC058F1CF}"/>
          </ac:picMkLst>
        </pc:picChg>
      </pc:sldChg>
      <pc:sldChg chg="addSp delSp modSp add mod">
        <pc:chgData name="Héctor Alonso Hormazábal Vildósola" userId="b9d27978aac6e731" providerId="LiveId" clId="{D2273A24-D03C-4860-89B0-7ACAB9685CDC}" dt="2026-04-25T05:49:08.394" v="1617" actId="1076"/>
        <pc:sldMkLst>
          <pc:docMk/>
          <pc:sldMk cId="813150826" sldId="453"/>
        </pc:sldMkLst>
        <pc:spChg chg="del">
          <ac:chgData name="Héctor Alonso Hormazábal Vildósola" userId="b9d27978aac6e731" providerId="LiveId" clId="{D2273A24-D03C-4860-89B0-7ACAB9685CDC}" dt="2026-04-25T05:28:38.202" v="1569" actId="478"/>
          <ac:spMkLst>
            <pc:docMk/>
            <pc:sldMk cId="813150826" sldId="453"/>
            <ac:spMk id="4" creationId="{A99D8B94-4702-4E17-9433-1DBA67BC9276}"/>
          </ac:spMkLst>
        </pc:spChg>
        <pc:picChg chg="add del mod">
          <ac:chgData name="Héctor Alonso Hormazábal Vildósola" userId="b9d27978aac6e731" providerId="LiveId" clId="{D2273A24-D03C-4860-89B0-7ACAB9685CDC}" dt="2026-04-25T05:46:18.782" v="1612" actId="478"/>
          <ac:picMkLst>
            <pc:docMk/>
            <pc:sldMk cId="813150826" sldId="453"/>
            <ac:picMk id="6146" creationId="{E293C06C-C8F8-4280-A7B5-F60C204D1A6E}"/>
          </ac:picMkLst>
        </pc:picChg>
        <pc:picChg chg="add mod">
          <ac:chgData name="Héctor Alonso Hormazábal Vildósola" userId="b9d27978aac6e731" providerId="LiveId" clId="{D2273A24-D03C-4860-89B0-7ACAB9685CDC}" dt="2026-04-25T05:49:08.394" v="1617" actId="1076"/>
          <ac:picMkLst>
            <pc:docMk/>
            <pc:sldMk cId="813150826" sldId="453"/>
            <ac:picMk id="6148" creationId="{E953EA40-E5D2-4C51-907E-74FAC2755BC0}"/>
          </ac:picMkLst>
        </pc:picChg>
      </pc:sldChg>
      <pc:sldChg chg="addSp delSp modSp add mod">
        <pc:chgData name="Héctor Alonso Hormazábal Vildósola" userId="b9d27978aac6e731" providerId="LiveId" clId="{D2273A24-D03C-4860-89B0-7ACAB9685CDC}" dt="2026-04-25T05:43:49.118" v="1611" actId="1076"/>
        <pc:sldMkLst>
          <pc:docMk/>
          <pc:sldMk cId="194524035" sldId="454"/>
        </pc:sldMkLst>
        <pc:spChg chg="del">
          <ac:chgData name="Héctor Alonso Hormazábal Vildósola" userId="b9d27978aac6e731" providerId="LiveId" clId="{D2273A24-D03C-4860-89B0-7ACAB9685CDC}" dt="2026-04-25T05:28:49.054" v="1571" actId="478"/>
          <ac:spMkLst>
            <pc:docMk/>
            <pc:sldMk cId="194524035" sldId="454"/>
            <ac:spMk id="4" creationId="{A99D8B94-4702-4E17-9433-1DBA67BC9276}"/>
          </ac:spMkLst>
        </pc:spChg>
        <pc:picChg chg="add del mod">
          <ac:chgData name="Héctor Alonso Hormazábal Vildósola" userId="b9d27978aac6e731" providerId="LiveId" clId="{D2273A24-D03C-4860-89B0-7ACAB9685CDC}" dt="2026-04-25T05:43:21.222" v="1602" actId="478"/>
          <ac:picMkLst>
            <pc:docMk/>
            <pc:sldMk cId="194524035" sldId="454"/>
            <ac:picMk id="5" creationId="{53E28650-7ABD-4FD4-BFA3-B5F61B9A4A58}"/>
          </ac:picMkLst>
        </pc:picChg>
        <pc:picChg chg="add mod">
          <ac:chgData name="Héctor Alonso Hormazábal Vildósola" userId="b9d27978aac6e731" providerId="LiveId" clId="{D2273A24-D03C-4860-89B0-7ACAB9685CDC}" dt="2026-04-25T05:43:49.118" v="1611" actId="1076"/>
          <ac:picMkLst>
            <pc:docMk/>
            <pc:sldMk cId="194524035" sldId="454"/>
            <ac:picMk id="5122" creationId="{9F8873DA-83B4-4713-9BF3-7916465E1D05}"/>
          </ac:picMkLst>
        </pc:picChg>
      </pc:sldChg>
      <pc:sldChg chg="addSp delSp modSp add mod">
        <pc:chgData name="Héctor Alonso Hormazábal Vildósola" userId="b9d27978aac6e731" providerId="LiveId" clId="{D2273A24-D03C-4860-89B0-7ACAB9685CDC}" dt="2026-04-25T09:57:31.621" v="2004" actId="404"/>
        <pc:sldMkLst>
          <pc:docMk/>
          <pc:sldMk cId="1028205039" sldId="455"/>
        </pc:sldMkLst>
        <pc:spChg chg="add del mod">
          <ac:chgData name="Héctor Alonso Hormazábal Vildósola" userId="b9d27978aac6e731" providerId="LiveId" clId="{D2273A24-D03C-4860-89B0-7ACAB9685CDC}" dt="2026-04-25T05:50:48.317" v="1630" actId="478"/>
          <ac:spMkLst>
            <pc:docMk/>
            <pc:sldMk cId="1028205039" sldId="455"/>
            <ac:spMk id="3" creationId="{BEAB5EF9-2801-4138-B7CF-9B8718C6B6BF}"/>
          </ac:spMkLst>
        </pc:spChg>
        <pc:spChg chg="add del">
          <ac:chgData name="Héctor Alonso Hormazábal Vildósola" userId="b9d27978aac6e731" providerId="LiveId" clId="{D2273A24-D03C-4860-89B0-7ACAB9685CDC}" dt="2026-04-25T05:50:26.105" v="1626"/>
          <ac:spMkLst>
            <pc:docMk/>
            <pc:sldMk cId="1028205039" sldId="455"/>
            <ac:spMk id="4" creationId="{2AB7F3C1-AD8B-42A9-B4D8-4071D1447D3F}"/>
          </ac:spMkLst>
        </pc:spChg>
        <pc:spChg chg="add del">
          <ac:chgData name="Héctor Alonso Hormazábal Vildósola" userId="b9d27978aac6e731" providerId="LiveId" clId="{D2273A24-D03C-4860-89B0-7ACAB9685CDC}" dt="2026-04-25T05:50:45.890" v="1629"/>
          <ac:spMkLst>
            <pc:docMk/>
            <pc:sldMk cId="1028205039" sldId="455"/>
            <ac:spMk id="5" creationId="{99392A60-E4FE-4AD2-B33F-A634C2213D3C}"/>
          </ac:spMkLst>
        </pc:spChg>
        <pc:spChg chg="add del mod">
          <ac:chgData name="Héctor Alonso Hormazábal Vildósola" userId="b9d27978aac6e731" providerId="LiveId" clId="{D2273A24-D03C-4860-89B0-7ACAB9685CDC}" dt="2026-04-25T05:51:06.440" v="1634" actId="478"/>
          <ac:spMkLst>
            <pc:docMk/>
            <pc:sldMk cId="1028205039" sldId="455"/>
            <ac:spMk id="6" creationId="{B44323AF-DFEB-4327-8C22-0778F93B31FC}"/>
          </ac:spMkLst>
        </pc:spChg>
        <pc:spChg chg="mod">
          <ac:chgData name="Héctor Alonso Hormazábal Vildósola" userId="b9d27978aac6e731" providerId="LiveId" clId="{D2273A24-D03C-4860-89B0-7ACAB9685CDC}" dt="2026-04-25T05:49:47.487" v="1622" actId="113"/>
          <ac:spMkLst>
            <pc:docMk/>
            <pc:sldMk cId="1028205039" sldId="455"/>
            <ac:spMk id="7" creationId="{1616B852-63A6-4684-9357-AC52515CBAE6}"/>
          </ac:spMkLst>
        </pc:spChg>
        <pc:spChg chg="add mod">
          <ac:chgData name="Héctor Alonso Hormazábal Vildósola" userId="b9d27978aac6e731" providerId="LiveId" clId="{D2273A24-D03C-4860-89B0-7ACAB9685CDC}" dt="2026-04-25T05:53:25.770" v="1646" actId="20577"/>
          <ac:spMkLst>
            <pc:docMk/>
            <pc:sldMk cId="1028205039" sldId="455"/>
            <ac:spMk id="8" creationId="{ABFD3DE1-47E3-4BE5-A9BF-0AA3624EECB5}"/>
          </ac:spMkLst>
        </pc:spChg>
        <pc:graphicFrameChg chg="add del mod modGraphic">
          <ac:chgData name="Héctor Alonso Hormazábal Vildósola" userId="b9d27978aac6e731" providerId="LiveId" clId="{D2273A24-D03C-4860-89B0-7ACAB9685CDC}" dt="2026-04-25T06:52:17.517" v="1902" actId="478"/>
          <ac:graphicFrameMkLst>
            <pc:docMk/>
            <pc:sldMk cId="1028205039" sldId="455"/>
            <ac:graphicFrameMk id="10" creationId="{E484306E-6D90-44AF-96D2-1C02533E2D3C}"/>
          </ac:graphicFrameMkLst>
        </pc:graphicFrameChg>
        <pc:graphicFrameChg chg="add mod modGraphic">
          <ac:chgData name="Héctor Alonso Hormazábal Vildósola" userId="b9d27978aac6e731" providerId="LiveId" clId="{D2273A24-D03C-4860-89B0-7ACAB9685CDC}" dt="2026-04-25T09:57:31.621" v="2004" actId="404"/>
          <ac:graphicFrameMkLst>
            <pc:docMk/>
            <pc:sldMk cId="1028205039" sldId="455"/>
            <ac:graphicFrameMk id="11" creationId="{D3814C4F-E658-4C5B-8D82-7426DC34E999}"/>
          </ac:graphicFrameMkLst>
        </pc:graphicFrameChg>
        <pc:picChg chg="del">
          <ac:chgData name="Héctor Alonso Hormazábal Vildósola" userId="b9d27978aac6e731" providerId="LiveId" clId="{D2273A24-D03C-4860-89B0-7ACAB9685CDC}" dt="2026-04-25T05:49:18.860" v="1619" actId="478"/>
          <ac:picMkLst>
            <pc:docMk/>
            <pc:sldMk cId="1028205039" sldId="455"/>
            <ac:picMk id="5122" creationId="{9F8873DA-83B4-4713-9BF3-7916465E1D05}"/>
          </ac:picMkLst>
        </pc:picChg>
      </pc:sldChg>
      <pc:sldChg chg="addSp delSp modSp add mod">
        <pc:chgData name="Héctor Alonso Hormazábal Vildósola" userId="b9d27978aac6e731" providerId="LiveId" clId="{D2273A24-D03C-4860-89B0-7ACAB9685CDC}" dt="2026-04-25T06:55:13.320" v="1924" actId="123"/>
        <pc:sldMkLst>
          <pc:docMk/>
          <pc:sldMk cId="4291279322" sldId="456"/>
        </pc:sldMkLst>
        <pc:spChg chg="mod">
          <ac:chgData name="Héctor Alonso Hormazábal Vildósola" userId="b9d27978aac6e731" providerId="LiveId" clId="{D2273A24-D03C-4860-89B0-7ACAB9685CDC}" dt="2026-04-25T05:59:39.721" v="1653" actId="113"/>
          <ac:spMkLst>
            <pc:docMk/>
            <pc:sldMk cId="4291279322" sldId="456"/>
            <ac:spMk id="7" creationId="{1616B852-63A6-4684-9357-AC52515CBAE6}"/>
          </ac:spMkLst>
        </pc:spChg>
        <pc:spChg chg="mod">
          <ac:chgData name="Héctor Alonso Hormazábal Vildósola" userId="b9d27978aac6e731" providerId="LiveId" clId="{D2273A24-D03C-4860-89B0-7ACAB9685CDC}" dt="2026-04-25T06:00:36.747" v="1663" actId="123"/>
          <ac:spMkLst>
            <pc:docMk/>
            <pc:sldMk cId="4291279322" sldId="456"/>
            <ac:spMk id="8" creationId="{ABFD3DE1-47E3-4BE5-A9BF-0AA3624EECB5}"/>
          </ac:spMkLst>
        </pc:spChg>
        <pc:graphicFrameChg chg="add del mod modGraphic">
          <ac:chgData name="Héctor Alonso Hormazábal Vildósola" userId="b9d27978aac6e731" providerId="LiveId" clId="{D2273A24-D03C-4860-89B0-7ACAB9685CDC}" dt="2026-04-25T06:02:12.640" v="1668" actId="478"/>
          <ac:graphicFrameMkLst>
            <pc:docMk/>
            <pc:sldMk cId="4291279322" sldId="456"/>
            <ac:graphicFrameMk id="3" creationId="{BF9113C7-4921-473B-A513-5CBDBECFCF34}"/>
          </ac:graphicFrameMkLst>
        </pc:graphicFrameChg>
        <pc:graphicFrameChg chg="add mod modGraphic">
          <ac:chgData name="Héctor Alonso Hormazábal Vildósola" userId="b9d27978aac6e731" providerId="LiveId" clId="{D2273A24-D03C-4860-89B0-7ACAB9685CDC}" dt="2026-04-25T06:55:13.320" v="1924" actId="123"/>
          <ac:graphicFrameMkLst>
            <pc:docMk/>
            <pc:sldMk cId="4291279322" sldId="456"/>
            <ac:graphicFrameMk id="4" creationId="{EE868527-68F0-499F-A565-5A76406A240A}"/>
          </ac:graphicFrameMkLst>
        </pc:graphicFrameChg>
      </pc:sldChg>
      <pc:sldChg chg="addSp delSp modSp add mod">
        <pc:chgData name="Héctor Alonso Hormazábal Vildósola" userId="b9d27978aac6e731" providerId="LiveId" clId="{D2273A24-D03C-4860-89B0-7ACAB9685CDC}" dt="2026-04-25T06:13:16.947" v="1756" actId="14100"/>
        <pc:sldMkLst>
          <pc:docMk/>
          <pc:sldMk cId="14980579" sldId="457"/>
        </pc:sldMkLst>
        <pc:spChg chg="mod">
          <ac:chgData name="Héctor Alonso Hormazábal Vildósola" userId="b9d27978aac6e731" providerId="LiveId" clId="{D2273A24-D03C-4860-89B0-7ACAB9685CDC}" dt="2026-04-25T06:08:26.799" v="1698" actId="113"/>
          <ac:spMkLst>
            <pc:docMk/>
            <pc:sldMk cId="14980579" sldId="457"/>
            <ac:spMk id="7" creationId="{1616B852-63A6-4684-9357-AC52515CBAE6}"/>
          </ac:spMkLst>
        </pc:spChg>
        <pc:spChg chg="mod">
          <ac:chgData name="Héctor Alonso Hormazábal Vildósola" userId="b9d27978aac6e731" providerId="LiveId" clId="{D2273A24-D03C-4860-89B0-7ACAB9685CDC}" dt="2026-04-25T06:13:11.308" v="1755" actId="20577"/>
          <ac:spMkLst>
            <pc:docMk/>
            <pc:sldMk cId="14980579" sldId="457"/>
            <ac:spMk id="8" creationId="{ABFD3DE1-47E3-4BE5-A9BF-0AA3624EECB5}"/>
          </ac:spMkLst>
        </pc:spChg>
        <pc:graphicFrameChg chg="add del mod modGraphic">
          <ac:chgData name="Héctor Alonso Hormazábal Vildósola" userId="b9d27978aac6e731" providerId="LiveId" clId="{D2273A24-D03C-4860-89B0-7ACAB9685CDC}" dt="2026-04-25T06:09:19.080" v="1702" actId="478"/>
          <ac:graphicFrameMkLst>
            <pc:docMk/>
            <pc:sldMk cId="14980579" sldId="457"/>
            <ac:graphicFrameMk id="3" creationId="{C865E977-CA25-4630-85F4-8318B527A5D2}"/>
          </ac:graphicFrameMkLst>
        </pc:graphicFrameChg>
        <pc:graphicFrameChg chg="del">
          <ac:chgData name="Héctor Alonso Hormazábal Vildósola" userId="b9d27978aac6e731" providerId="LiveId" clId="{D2273A24-D03C-4860-89B0-7ACAB9685CDC}" dt="2026-04-25T06:05:36.118" v="1695" actId="478"/>
          <ac:graphicFrameMkLst>
            <pc:docMk/>
            <pc:sldMk cId="14980579" sldId="457"/>
            <ac:graphicFrameMk id="4" creationId="{EE868527-68F0-499F-A565-5A76406A240A}"/>
          </ac:graphicFrameMkLst>
        </pc:graphicFrameChg>
        <pc:graphicFrameChg chg="add mod modGraphic">
          <ac:chgData name="Héctor Alonso Hormazábal Vildósola" userId="b9d27978aac6e731" providerId="LiveId" clId="{D2273A24-D03C-4860-89B0-7ACAB9685CDC}" dt="2026-04-25T06:13:16.947" v="1756" actId="14100"/>
          <ac:graphicFrameMkLst>
            <pc:docMk/>
            <pc:sldMk cId="14980579" sldId="457"/>
            <ac:graphicFrameMk id="5" creationId="{F8DD2305-58BD-41A9-BC32-A5939013630A}"/>
          </ac:graphicFrameMkLst>
        </pc:graphicFrameChg>
      </pc:sldChg>
      <pc:sldChg chg="addSp delSp modSp add mod ord">
        <pc:chgData name="Héctor Alonso Hormazábal Vildósola" userId="b9d27978aac6e731" providerId="LiveId" clId="{D2273A24-D03C-4860-89B0-7ACAB9685CDC}" dt="2026-04-25T06:46:47.666" v="1899" actId="1076"/>
        <pc:sldMkLst>
          <pc:docMk/>
          <pc:sldMk cId="3132211929" sldId="458"/>
        </pc:sldMkLst>
        <pc:spChg chg="add del mod">
          <ac:chgData name="Héctor Alonso Hormazábal Vildósola" userId="b9d27978aac6e731" providerId="LiveId" clId="{D2273A24-D03C-4860-89B0-7ACAB9685CDC}" dt="2026-04-25T06:42:10.046" v="1863" actId="478"/>
          <ac:spMkLst>
            <pc:docMk/>
            <pc:sldMk cId="3132211929" sldId="458"/>
            <ac:spMk id="3" creationId="{3663C257-C6F7-4BCD-BE6A-CA2B49CEEFFC}"/>
          </ac:spMkLst>
        </pc:spChg>
        <pc:spChg chg="mod">
          <ac:chgData name="Héctor Alonso Hormazábal Vildósola" userId="b9d27978aac6e731" providerId="LiveId" clId="{D2273A24-D03C-4860-89B0-7ACAB9685CDC}" dt="2026-04-25T06:43:21.704" v="1872" actId="113"/>
          <ac:spMkLst>
            <pc:docMk/>
            <pc:sldMk cId="3132211929" sldId="458"/>
            <ac:spMk id="7" creationId="{1616B852-63A6-4684-9357-AC52515CBAE6}"/>
          </ac:spMkLst>
        </pc:spChg>
        <pc:spChg chg="del">
          <ac:chgData name="Héctor Alonso Hormazábal Vildósola" userId="b9d27978aac6e731" providerId="LiveId" clId="{D2273A24-D03C-4860-89B0-7ACAB9685CDC}" dt="2026-04-25T06:14:28.235" v="1759" actId="478"/>
          <ac:spMkLst>
            <pc:docMk/>
            <pc:sldMk cId="3132211929" sldId="458"/>
            <ac:spMk id="8" creationId="{ABFD3DE1-47E3-4BE5-A9BF-0AA3624EECB5}"/>
          </ac:spMkLst>
        </pc:spChg>
        <pc:spChg chg="add mod">
          <ac:chgData name="Héctor Alonso Hormazábal Vildósola" userId="b9d27978aac6e731" providerId="LiveId" clId="{D2273A24-D03C-4860-89B0-7ACAB9685CDC}" dt="2026-04-25T06:44:27.948" v="1885" actId="1076"/>
          <ac:spMkLst>
            <pc:docMk/>
            <pc:sldMk cId="3132211929" sldId="458"/>
            <ac:spMk id="12" creationId="{CA1ED69F-E235-491A-BA42-AE1337865134}"/>
          </ac:spMkLst>
        </pc:spChg>
        <pc:graphicFrameChg chg="del">
          <ac:chgData name="Héctor Alonso Hormazábal Vildósola" userId="b9d27978aac6e731" providerId="LiveId" clId="{D2273A24-D03C-4860-89B0-7ACAB9685CDC}" dt="2026-04-25T06:14:15.712" v="1758" actId="478"/>
          <ac:graphicFrameMkLst>
            <pc:docMk/>
            <pc:sldMk cId="3132211929" sldId="458"/>
            <ac:graphicFrameMk id="5" creationId="{F8DD2305-58BD-41A9-BC32-A5939013630A}"/>
          </ac:graphicFrameMkLst>
        </pc:graphicFrameChg>
        <pc:graphicFrameChg chg="add del mod">
          <ac:chgData name="Héctor Alonso Hormazábal Vildósola" userId="b9d27978aac6e731" providerId="LiveId" clId="{D2273A24-D03C-4860-89B0-7ACAB9685CDC}" dt="2026-04-25T06:45:10.467" v="1887" actId="478"/>
          <ac:graphicFrameMkLst>
            <pc:docMk/>
            <pc:sldMk cId="3132211929" sldId="458"/>
            <ac:graphicFrameMk id="13" creationId="{2E3A7B12-A18A-482C-AB27-F5BEFC376C86}"/>
          </ac:graphicFrameMkLst>
        </pc:graphicFrameChg>
        <pc:graphicFrameChg chg="add mod modGraphic">
          <ac:chgData name="Héctor Alonso Hormazábal Vildósola" userId="b9d27978aac6e731" providerId="LiveId" clId="{D2273A24-D03C-4860-89B0-7ACAB9685CDC}" dt="2026-04-25T06:46:47.666" v="1899" actId="1076"/>
          <ac:graphicFrameMkLst>
            <pc:docMk/>
            <pc:sldMk cId="3132211929" sldId="458"/>
            <ac:graphicFrameMk id="14" creationId="{3A2ABE2B-D47F-47C4-9771-AD8B006B9937}"/>
          </ac:graphicFrameMkLst>
        </pc:graphicFrameChg>
        <pc:picChg chg="add del mod">
          <ac:chgData name="Héctor Alonso Hormazábal Vildósola" userId="b9d27978aac6e731" providerId="LiveId" clId="{D2273A24-D03C-4860-89B0-7ACAB9685CDC}" dt="2026-04-25T06:25:52.177" v="1774" actId="478"/>
          <ac:picMkLst>
            <pc:docMk/>
            <pc:sldMk cId="3132211929" sldId="458"/>
            <ac:picMk id="6" creationId="{EE08998D-0C7D-42B4-A279-B2B5F26C6047}"/>
          </ac:picMkLst>
        </pc:picChg>
        <pc:picChg chg="add del mod">
          <ac:chgData name="Héctor Alonso Hormazábal Vildósola" userId="b9d27978aac6e731" providerId="LiveId" clId="{D2273A24-D03C-4860-89B0-7ACAB9685CDC}" dt="2026-04-25T06:42:11.806" v="1864" actId="478"/>
          <ac:picMkLst>
            <pc:docMk/>
            <pc:sldMk cId="3132211929" sldId="458"/>
            <ac:picMk id="11" creationId="{8C9F00F7-DF82-4C5E-867F-C7952522D143}"/>
          </ac:picMkLst>
        </pc:picChg>
        <pc:picChg chg="add del mod">
          <ac:chgData name="Héctor Alonso Hormazábal Vildósola" userId="b9d27978aac6e731" providerId="LiveId" clId="{D2273A24-D03C-4860-89B0-7ACAB9685CDC}" dt="2026-04-25T06:42:13.172" v="1865" actId="478"/>
          <ac:picMkLst>
            <pc:docMk/>
            <pc:sldMk cId="3132211929" sldId="458"/>
            <ac:picMk id="14338" creationId="{773E3756-C0AC-45B9-BDAB-BE5469CDC5E0}"/>
          </ac:picMkLst>
        </pc:picChg>
      </pc:sldChg>
      <pc:sldChg chg="add">
        <pc:chgData name="Héctor Alonso Hormazábal Vildósola" userId="b9d27978aac6e731" providerId="LiveId" clId="{D2273A24-D03C-4860-89B0-7ACAB9685CDC}" dt="2026-04-25T06:42:06.827" v="1862"/>
        <pc:sldMkLst>
          <pc:docMk/>
          <pc:sldMk cId="864947629" sldId="459"/>
        </pc:sldMkLst>
      </pc:sldChg>
    </pc:docChg>
  </pc:docChgLst>
  <pc:docChgLst>
    <pc:chgData name="Héctor Alonso Hormazábal Vildósola" userId="b9d27978aac6e731" providerId="LiveId" clId="{020D0493-E6BC-4671-B34D-8F6CEB114E39}"/>
    <pc:docChg chg="modSld">
      <pc:chgData name="Héctor Alonso Hormazábal Vildósola" userId="b9d27978aac6e731" providerId="LiveId" clId="{020D0493-E6BC-4671-B34D-8F6CEB114E39}" dt="2026-04-01T20:16:27.617" v="0" actId="403"/>
      <pc:docMkLst>
        <pc:docMk/>
      </pc:docMkLst>
      <pc:sldChg chg="modSp mod">
        <pc:chgData name="Héctor Alonso Hormazábal Vildósola" userId="b9d27978aac6e731" providerId="LiveId" clId="{020D0493-E6BC-4671-B34D-8F6CEB114E39}" dt="2026-04-01T20:16:27.617" v="0" actId="403"/>
        <pc:sldMkLst>
          <pc:docMk/>
          <pc:sldMk cId="2472915426" sldId="415"/>
        </pc:sldMkLst>
        <pc:spChg chg="mod">
          <ac:chgData name="Héctor Alonso Hormazábal Vildósola" userId="b9d27978aac6e731" providerId="LiveId" clId="{020D0493-E6BC-4671-B34D-8F6CEB114E39}" dt="2026-04-01T20:16:27.617" v="0" actId="403"/>
          <ac:spMkLst>
            <pc:docMk/>
            <pc:sldMk cId="2472915426" sldId="415"/>
            <ac:spMk id="14" creationId="{7666F8B2-463B-75FC-0E88-3C9369B898B4}"/>
          </ac:spMkLst>
        </pc:spChg>
      </pc:sldChg>
    </pc:docChg>
  </pc:docChgLst>
  <pc:docChgLst>
    <pc:chgData name="Héctor Alonso Hormazábal Vildósola" userId="b9d27978aac6e731" providerId="LiveId" clId="{B71A42DC-BA9F-45EC-A9E4-553C128B583E}"/>
    <pc:docChg chg="undo custSel addSld delSld modSld">
      <pc:chgData name="Héctor Alonso Hormazábal Vildósola" userId="b9d27978aac6e731" providerId="LiveId" clId="{B71A42DC-BA9F-45EC-A9E4-553C128B583E}" dt="2026-04-04T06:43:25.356" v="1485" actId="20577"/>
      <pc:docMkLst>
        <pc:docMk/>
      </pc:docMkLst>
      <pc:sldChg chg="modSp mod">
        <pc:chgData name="Héctor Alonso Hormazábal Vildósola" userId="b9d27978aac6e731" providerId="LiveId" clId="{B71A42DC-BA9F-45EC-A9E4-553C128B583E}" dt="2026-04-04T04:16:09.112" v="215" actId="20577"/>
        <pc:sldMkLst>
          <pc:docMk/>
          <pc:sldMk cId="3612186208" sldId="347"/>
        </pc:sldMkLst>
        <pc:spChg chg="mod">
          <ac:chgData name="Héctor Alonso Hormazábal Vildósola" userId="b9d27978aac6e731" providerId="LiveId" clId="{B71A42DC-BA9F-45EC-A9E4-553C128B583E}" dt="2026-04-04T04:16:09.112" v="215" actId="20577"/>
          <ac:spMkLst>
            <pc:docMk/>
            <pc:sldMk cId="3612186208" sldId="347"/>
            <ac:spMk id="7" creationId="{794F2F35-203D-41CB-8506-3752C0BD239E}"/>
          </ac:spMkLst>
        </pc:spChg>
      </pc:sldChg>
      <pc:sldChg chg="modSp add mod">
        <pc:chgData name="Héctor Alonso Hormazábal Vildósola" userId="b9d27978aac6e731" providerId="LiveId" clId="{B71A42DC-BA9F-45EC-A9E4-553C128B583E}" dt="2026-04-04T06:43:25.356" v="1485" actId="20577"/>
        <pc:sldMkLst>
          <pc:docMk/>
          <pc:sldMk cId="1995537604" sldId="398"/>
        </pc:sldMkLst>
        <pc:graphicFrameChg chg="mod modGraphic">
          <ac:chgData name="Héctor Alonso Hormazábal Vildósola" userId="b9d27978aac6e731" providerId="LiveId" clId="{B71A42DC-BA9F-45EC-A9E4-553C128B583E}" dt="2026-04-04T06:43:25.356" v="1485" actId="20577"/>
          <ac:graphicFrameMkLst>
            <pc:docMk/>
            <pc:sldMk cId="1995537604" sldId="398"/>
            <ac:graphicFrameMk id="3" creationId="{64652A2A-F914-890D-329C-11AC45BFAF16}"/>
          </ac:graphicFrameMkLst>
        </pc:graphicFrameChg>
      </pc:sldChg>
      <pc:sldChg chg="addSp delSp modSp mod">
        <pc:chgData name="Héctor Alonso Hormazábal Vildósola" userId="b9d27978aac6e731" providerId="LiveId" clId="{B71A42DC-BA9F-45EC-A9E4-553C128B583E}" dt="2026-04-04T04:19:08.520" v="218" actId="2711"/>
        <pc:sldMkLst>
          <pc:docMk/>
          <pc:sldMk cId="2472915426" sldId="415"/>
        </pc:sldMkLst>
        <pc:spChg chg="add del mod">
          <ac:chgData name="Héctor Alonso Hormazábal Vildósola" userId="b9d27978aac6e731" providerId="LiveId" clId="{B71A42DC-BA9F-45EC-A9E4-553C128B583E}" dt="2026-04-04T04:12:19.047" v="117" actId="478"/>
          <ac:spMkLst>
            <pc:docMk/>
            <pc:sldMk cId="2472915426" sldId="415"/>
            <ac:spMk id="3" creationId="{84BB2BC6-7BFE-46CF-8E68-951659489F52}"/>
          </ac:spMkLst>
        </pc:spChg>
        <pc:spChg chg="del">
          <ac:chgData name="Héctor Alonso Hormazábal Vildósola" userId="b9d27978aac6e731" providerId="LiveId" clId="{B71A42DC-BA9F-45EC-A9E4-553C128B583E}" dt="2026-04-03T04:12:26.735" v="0" actId="478"/>
          <ac:spMkLst>
            <pc:docMk/>
            <pc:sldMk cId="2472915426" sldId="415"/>
            <ac:spMk id="4" creationId="{F6757C05-CB28-CBD0-E929-3264B20DDA52}"/>
          </ac:spMkLst>
        </pc:spChg>
        <pc:spChg chg="add del mod">
          <ac:chgData name="Héctor Alonso Hormazábal Vildósola" userId="b9d27978aac6e731" providerId="LiveId" clId="{B71A42DC-BA9F-45EC-A9E4-553C128B583E}" dt="2026-04-04T04:19:08.520" v="218" actId="2711"/>
          <ac:spMkLst>
            <pc:docMk/>
            <pc:sldMk cId="2472915426" sldId="415"/>
            <ac:spMk id="5" creationId="{080CDC08-ED67-454A-B65C-69EB1EE0C716}"/>
          </ac:spMkLst>
        </pc:spChg>
        <pc:spChg chg="mod">
          <ac:chgData name="Héctor Alonso Hormazábal Vildósola" userId="b9d27978aac6e731" providerId="LiveId" clId="{B71A42DC-BA9F-45EC-A9E4-553C128B583E}" dt="2026-04-04T04:18:26.040" v="217"/>
          <ac:spMkLst>
            <pc:docMk/>
            <pc:sldMk cId="2472915426" sldId="415"/>
            <ac:spMk id="6" creationId="{DB013D7C-6910-324A-931E-2860916070EC}"/>
          </ac:spMkLst>
        </pc:spChg>
        <pc:spChg chg="mod">
          <ac:chgData name="Héctor Alonso Hormazábal Vildósola" userId="b9d27978aac6e731" providerId="LiveId" clId="{B71A42DC-BA9F-45EC-A9E4-553C128B583E}" dt="2026-04-04T04:12:11.404" v="115" actId="20577"/>
          <ac:spMkLst>
            <pc:docMk/>
            <pc:sldMk cId="2472915426" sldId="415"/>
            <ac:spMk id="7" creationId="{1616B852-63A6-4684-9357-AC52515CBAE6}"/>
          </ac:spMkLst>
        </pc:spChg>
        <pc:spChg chg="del">
          <ac:chgData name="Héctor Alonso Hormazábal Vildósola" userId="b9d27978aac6e731" providerId="LiveId" clId="{B71A42DC-BA9F-45EC-A9E4-553C128B583E}" dt="2026-04-03T04:12:26.735" v="0" actId="478"/>
          <ac:spMkLst>
            <pc:docMk/>
            <pc:sldMk cId="2472915426" sldId="415"/>
            <ac:spMk id="13" creationId="{DA279E07-DDD0-C83F-90CE-14A113B913BF}"/>
          </ac:spMkLst>
        </pc:spChg>
        <pc:spChg chg="del">
          <ac:chgData name="Héctor Alonso Hormazábal Vildósola" userId="b9d27978aac6e731" providerId="LiveId" clId="{B71A42DC-BA9F-45EC-A9E4-553C128B583E}" dt="2026-04-03T04:12:26.735" v="0" actId="478"/>
          <ac:spMkLst>
            <pc:docMk/>
            <pc:sldMk cId="2472915426" sldId="415"/>
            <ac:spMk id="14" creationId="{7666F8B2-463B-75FC-0E88-3C9369B898B4}"/>
          </ac:spMkLst>
        </pc:spChg>
        <pc:spChg chg="del">
          <ac:chgData name="Héctor Alonso Hormazábal Vildósola" userId="b9d27978aac6e731" providerId="LiveId" clId="{B71A42DC-BA9F-45EC-A9E4-553C128B583E}" dt="2026-04-03T04:12:26.735" v="0" actId="478"/>
          <ac:spMkLst>
            <pc:docMk/>
            <pc:sldMk cId="2472915426" sldId="415"/>
            <ac:spMk id="16" creationId="{A47F7B79-9313-8203-8A07-26986D16D6B9}"/>
          </ac:spMkLst>
        </pc:spChg>
        <pc:spChg chg="del">
          <ac:chgData name="Héctor Alonso Hormazábal Vildósola" userId="b9d27978aac6e731" providerId="LiveId" clId="{B71A42DC-BA9F-45EC-A9E4-553C128B583E}" dt="2026-04-03T04:12:26.735" v="0" actId="478"/>
          <ac:spMkLst>
            <pc:docMk/>
            <pc:sldMk cId="2472915426" sldId="415"/>
            <ac:spMk id="17" creationId="{D689347D-A1B0-BE13-FC95-C980E7DD6171}"/>
          </ac:spMkLst>
        </pc:spChg>
        <pc:spChg chg="del">
          <ac:chgData name="Héctor Alonso Hormazábal Vildósola" userId="b9d27978aac6e731" providerId="LiveId" clId="{B71A42DC-BA9F-45EC-A9E4-553C128B583E}" dt="2026-04-03T04:12:26.735" v="0" actId="478"/>
          <ac:spMkLst>
            <pc:docMk/>
            <pc:sldMk cId="2472915426" sldId="415"/>
            <ac:spMk id="18" creationId="{573C6DDA-6545-821C-F370-62FFF2235731}"/>
          </ac:spMkLst>
        </pc:spChg>
        <pc:spChg chg="del">
          <ac:chgData name="Héctor Alonso Hormazábal Vildósola" userId="b9d27978aac6e731" providerId="LiveId" clId="{B71A42DC-BA9F-45EC-A9E4-553C128B583E}" dt="2026-04-03T04:12:26.735" v="0" actId="478"/>
          <ac:spMkLst>
            <pc:docMk/>
            <pc:sldMk cId="2472915426" sldId="415"/>
            <ac:spMk id="20" creationId="{81F64D1F-D527-66E5-B98B-3CB2B8E0BB67}"/>
          </ac:spMkLst>
        </pc:spChg>
        <pc:spChg chg="del">
          <ac:chgData name="Héctor Alonso Hormazábal Vildósola" userId="b9d27978aac6e731" providerId="LiveId" clId="{B71A42DC-BA9F-45EC-A9E4-553C128B583E}" dt="2026-04-03T04:12:26.735" v="0" actId="478"/>
          <ac:spMkLst>
            <pc:docMk/>
            <pc:sldMk cId="2472915426" sldId="415"/>
            <ac:spMk id="25" creationId="{D009B19B-A6E0-B5FF-E874-7BD2EF3B0CB3}"/>
          </ac:spMkLst>
        </pc:spChg>
        <pc:spChg chg="del">
          <ac:chgData name="Héctor Alonso Hormazábal Vildósola" userId="b9d27978aac6e731" providerId="LiveId" clId="{B71A42DC-BA9F-45EC-A9E4-553C128B583E}" dt="2026-04-03T04:12:26.735" v="0" actId="478"/>
          <ac:spMkLst>
            <pc:docMk/>
            <pc:sldMk cId="2472915426" sldId="415"/>
            <ac:spMk id="26" creationId="{D97AE7F6-B3A5-8712-ABD4-45F1C8828A3C}"/>
          </ac:spMkLst>
        </pc:spChg>
        <pc:picChg chg="add mod">
          <ac:chgData name="Héctor Alonso Hormazábal Vildósola" userId="b9d27978aac6e731" providerId="LiveId" clId="{B71A42DC-BA9F-45EC-A9E4-553C128B583E}" dt="2026-04-04T04:11:50.703" v="104" actId="14100"/>
          <ac:picMkLst>
            <pc:docMk/>
            <pc:sldMk cId="2472915426" sldId="415"/>
            <ac:picMk id="1027" creationId="{C3FCBF35-2013-40F3-BB04-6402F3D79D0B}"/>
          </ac:picMkLst>
        </pc:picChg>
        <pc:cxnChg chg="del mod">
          <ac:chgData name="Héctor Alonso Hormazábal Vildósola" userId="b9d27978aac6e731" providerId="LiveId" clId="{B71A42DC-BA9F-45EC-A9E4-553C128B583E}" dt="2026-04-03T04:12:26.735" v="0" actId="478"/>
          <ac:cxnSpMkLst>
            <pc:docMk/>
            <pc:sldMk cId="2472915426" sldId="415"/>
            <ac:cxnSpMk id="28" creationId="{6E532E63-2238-4E4A-812B-A1E87311AE35}"/>
          </ac:cxnSpMkLst>
        </pc:cxnChg>
        <pc:cxnChg chg="del mod">
          <ac:chgData name="Héctor Alonso Hormazábal Vildósola" userId="b9d27978aac6e731" providerId="LiveId" clId="{B71A42DC-BA9F-45EC-A9E4-553C128B583E}" dt="2026-04-03T04:12:26.735" v="0" actId="478"/>
          <ac:cxnSpMkLst>
            <pc:docMk/>
            <pc:sldMk cId="2472915426" sldId="415"/>
            <ac:cxnSpMk id="29" creationId="{D12DD4AE-CC0B-D27A-77E7-9AE2FC09CF01}"/>
          </ac:cxnSpMkLst>
        </pc:cxnChg>
        <pc:cxnChg chg="del mod">
          <ac:chgData name="Héctor Alonso Hormazábal Vildósola" userId="b9d27978aac6e731" providerId="LiveId" clId="{B71A42DC-BA9F-45EC-A9E4-553C128B583E}" dt="2026-04-03T04:12:26.735" v="0" actId="478"/>
          <ac:cxnSpMkLst>
            <pc:docMk/>
            <pc:sldMk cId="2472915426" sldId="415"/>
            <ac:cxnSpMk id="33" creationId="{1592D99F-BC5B-4E15-75DF-52431EE47AE7}"/>
          </ac:cxnSpMkLst>
        </pc:cxnChg>
        <pc:cxnChg chg="del mod">
          <ac:chgData name="Héctor Alonso Hormazábal Vildósola" userId="b9d27978aac6e731" providerId="LiveId" clId="{B71A42DC-BA9F-45EC-A9E4-553C128B583E}" dt="2026-04-03T04:12:26.735" v="0" actId="478"/>
          <ac:cxnSpMkLst>
            <pc:docMk/>
            <pc:sldMk cId="2472915426" sldId="415"/>
            <ac:cxnSpMk id="36" creationId="{5CCF60AF-DB2B-3C12-7783-488AC6102E6F}"/>
          </ac:cxnSpMkLst>
        </pc:cxnChg>
        <pc:cxnChg chg="del mod">
          <ac:chgData name="Héctor Alonso Hormazábal Vildósola" userId="b9d27978aac6e731" providerId="LiveId" clId="{B71A42DC-BA9F-45EC-A9E4-553C128B583E}" dt="2026-04-03T04:12:26.735" v="0" actId="478"/>
          <ac:cxnSpMkLst>
            <pc:docMk/>
            <pc:sldMk cId="2472915426" sldId="415"/>
            <ac:cxnSpMk id="39" creationId="{D7C67E97-801F-8EE2-E898-3AF1BFA5F1F1}"/>
          </ac:cxnSpMkLst>
        </pc:cxnChg>
        <pc:cxnChg chg="del mod">
          <ac:chgData name="Héctor Alonso Hormazábal Vildósola" userId="b9d27978aac6e731" providerId="LiveId" clId="{B71A42DC-BA9F-45EC-A9E4-553C128B583E}" dt="2026-04-03T04:12:26.735" v="0" actId="478"/>
          <ac:cxnSpMkLst>
            <pc:docMk/>
            <pc:sldMk cId="2472915426" sldId="415"/>
            <ac:cxnSpMk id="42" creationId="{AFD84578-1297-5B03-0786-E09E9484B4EF}"/>
          </ac:cxnSpMkLst>
        </pc:cxnChg>
        <pc:cxnChg chg="del mod">
          <ac:chgData name="Héctor Alonso Hormazábal Vildósola" userId="b9d27978aac6e731" providerId="LiveId" clId="{B71A42DC-BA9F-45EC-A9E4-553C128B583E}" dt="2026-04-03T04:12:26.735" v="0" actId="478"/>
          <ac:cxnSpMkLst>
            <pc:docMk/>
            <pc:sldMk cId="2472915426" sldId="415"/>
            <ac:cxnSpMk id="45" creationId="{352D21EC-DA54-5A63-6AB2-1A7598C78085}"/>
          </ac:cxnSpMkLst>
        </pc:cxnChg>
        <pc:cxnChg chg="del mod">
          <ac:chgData name="Héctor Alonso Hormazábal Vildósola" userId="b9d27978aac6e731" providerId="LiveId" clId="{B71A42DC-BA9F-45EC-A9E4-553C128B583E}" dt="2026-04-03T04:12:26.735" v="0" actId="478"/>
          <ac:cxnSpMkLst>
            <pc:docMk/>
            <pc:sldMk cId="2472915426" sldId="415"/>
            <ac:cxnSpMk id="48" creationId="{FB77154E-57EF-AB89-5291-46D6C6447003}"/>
          </ac:cxnSpMkLst>
        </pc:cxnChg>
      </pc:sldChg>
      <pc:sldChg chg="modSp del">
        <pc:chgData name="Héctor Alonso Hormazábal Vildósola" userId="b9d27978aac6e731" providerId="LiveId" clId="{B71A42DC-BA9F-45EC-A9E4-553C128B583E}" dt="2026-04-04T06:33:37.634" v="1350" actId="47"/>
        <pc:sldMkLst>
          <pc:docMk/>
          <pc:sldMk cId="3196428192" sldId="416"/>
        </pc:sldMkLst>
        <pc:spChg chg="mod">
          <ac:chgData name="Héctor Alonso Hormazábal Vildósola" userId="b9d27978aac6e731" providerId="LiveId" clId="{B71A42DC-BA9F-45EC-A9E4-553C128B583E}" dt="2026-04-04T04:18:26.040" v="217"/>
          <ac:spMkLst>
            <pc:docMk/>
            <pc:sldMk cId="3196428192" sldId="416"/>
            <ac:spMk id="6" creationId="{518E76C6-EA0F-66F9-70BF-AF753BD3ACF7}"/>
          </ac:spMkLst>
        </pc:spChg>
      </pc:sldChg>
      <pc:sldChg chg="modSp del">
        <pc:chgData name="Héctor Alonso Hormazábal Vildósola" userId="b9d27978aac6e731" providerId="LiveId" clId="{B71A42DC-BA9F-45EC-A9E4-553C128B583E}" dt="2026-04-04T06:33:37.968" v="1351" actId="47"/>
        <pc:sldMkLst>
          <pc:docMk/>
          <pc:sldMk cId="2382967793" sldId="417"/>
        </pc:sldMkLst>
        <pc:spChg chg="mod">
          <ac:chgData name="Héctor Alonso Hormazábal Vildósola" userId="b9d27978aac6e731" providerId="LiveId" clId="{B71A42DC-BA9F-45EC-A9E4-553C128B583E}" dt="2026-04-04T04:18:26.040" v="217"/>
          <ac:spMkLst>
            <pc:docMk/>
            <pc:sldMk cId="2382967793" sldId="417"/>
            <ac:spMk id="6" creationId="{17560661-D106-0DC7-D9D6-E1123042C5F2}"/>
          </ac:spMkLst>
        </pc:spChg>
      </pc:sldChg>
      <pc:sldChg chg="modSp del">
        <pc:chgData name="Héctor Alonso Hormazábal Vildósola" userId="b9d27978aac6e731" providerId="LiveId" clId="{B71A42DC-BA9F-45EC-A9E4-553C128B583E}" dt="2026-04-04T06:33:38.507" v="1352" actId="47"/>
        <pc:sldMkLst>
          <pc:docMk/>
          <pc:sldMk cId="3302710429" sldId="418"/>
        </pc:sldMkLst>
        <pc:spChg chg="mod">
          <ac:chgData name="Héctor Alonso Hormazábal Vildósola" userId="b9d27978aac6e731" providerId="LiveId" clId="{B71A42DC-BA9F-45EC-A9E4-553C128B583E}" dt="2026-04-04T04:18:26.040" v="217"/>
          <ac:spMkLst>
            <pc:docMk/>
            <pc:sldMk cId="3302710429" sldId="418"/>
            <ac:spMk id="6" creationId="{E1E61037-ECA6-0348-A5E6-1CFE3B9F8E68}"/>
          </ac:spMkLst>
        </pc:spChg>
      </pc:sldChg>
      <pc:sldChg chg="modSp del">
        <pc:chgData name="Héctor Alonso Hormazábal Vildósola" userId="b9d27978aac6e731" providerId="LiveId" clId="{B71A42DC-BA9F-45EC-A9E4-553C128B583E}" dt="2026-04-04T06:33:38.986" v="1353" actId="47"/>
        <pc:sldMkLst>
          <pc:docMk/>
          <pc:sldMk cId="416973109" sldId="419"/>
        </pc:sldMkLst>
        <pc:spChg chg="mod">
          <ac:chgData name="Héctor Alonso Hormazábal Vildósola" userId="b9d27978aac6e731" providerId="LiveId" clId="{B71A42DC-BA9F-45EC-A9E4-553C128B583E}" dt="2026-04-04T04:18:26.040" v="217"/>
          <ac:spMkLst>
            <pc:docMk/>
            <pc:sldMk cId="416973109" sldId="419"/>
            <ac:spMk id="6" creationId="{E648C515-172E-7249-F900-B324F64706ED}"/>
          </ac:spMkLst>
        </pc:spChg>
      </pc:sldChg>
      <pc:sldChg chg="modSp del">
        <pc:chgData name="Héctor Alonso Hormazábal Vildósola" userId="b9d27978aac6e731" providerId="LiveId" clId="{B71A42DC-BA9F-45EC-A9E4-553C128B583E}" dt="2026-04-04T06:33:39.440" v="1354" actId="47"/>
        <pc:sldMkLst>
          <pc:docMk/>
          <pc:sldMk cId="3392886262" sldId="420"/>
        </pc:sldMkLst>
        <pc:spChg chg="mod">
          <ac:chgData name="Héctor Alonso Hormazábal Vildósola" userId="b9d27978aac6e731" providerId="LiveId" clId="{B71A42DC-BA9F-45EC-A9E4-553C128B583E}" dt="2026-04-04T04:18:26.040" v="217"/>
          <ac:spMkLst>
            <pc:docMk/>
            <pc:sldMk cId="3392886262" sldId="420"/>
            <ac:spMk id="6" creationId="{F85F0357-24E4-FA8C-591C-0F0DBD43ABF0}"/>
          </ac:spMkLst>
        </pc:spChg>
      </pc:sldChg>
      <pc:sldChg chg="modSp del">
        <pc:chgData name="Héctor Alonso Hormazábal Vildósola" userId="b9d27978aac6e731" providerId="LiveId" clId="{B71A42DC-BA9F-45EC-A9E4-553C128B583E}" dt="2026-04-04T06:33:39.931" v="1355" actId="47"/>
        <pc:sldMkLst>
          <pc:docMk/>
          <pc:sldMk cId="334628607" sldId="421"/>
        </pc:sldMkLst>
        <pc:spChg chg="mod">
          <ac:chgData name="Héctor Alonso Hormazábal Vildósola" userId="b9d27978aac6e731" providerId="LiveId" clId="{B71A42DC-BA9F-45EC-A9E4-553C128B583E}" dt="2026-04-04T04:18:26.040" v="217"/>
          <ac:spMkLst>
            <pc:docMk/>
            <pc:sldMk cId="334628607" sldId="421"/>
            <ac:spMk id="6" creationId="{D408DBEC-A1DE-36A0-31BE-B254A9B5A073}"/>
          </ac:spMkLst>
        </pc:spChg>
      </pc:sldChg>
      <pc:sldChg chg="modSp del">
        <pc:chgData name="Héctor Alonso Hormazábal Vildósola" userId="b9d27978aac6e731" providerId="LiveId" clId="{B71A42DC-BA9F-45EC-A9E4-553C128B583E}" dt="2026-04-04T06:33:40.418" v="1356" actId="47"/>
        <pc:sldMkLst>
          <pc:docMk/>
          <pc:sldMk cId="3221862902" sldId="422"/>
        </pc:sldMkLst>
        <pc:spChg chg="mod">
          <ac:chgData name="Héctor Alonso Hormazábal Vildósola" userId="b9d27978aac6e731" providerId="LiveId" clId="{B71A42DC-BA9F-45EC-A9E4-553C128B583E}" dt="2026-04-04T04:18:26.040" v="217"/>
          <ac:spMkLst>
            <pc:docMk/>
            <pc:sldMk cId="3221862902" sldId="422"/>
            <ac:spMk id="6" creationId="{CB64CE00-F253-6E46-B610-00057C2510DB}"/>
          </ac:spMkLst>
        </pc:spChg>
      </pc:sldChg>
      <pc:sldChg chg="modSp del">
        <pc:chgData name="Héctor Alonso Hormazábal Vildósola" userId="b9d27978aac6e731" providerId="LiveId" clId="{B71A42DC-BA9F-45EC-A9E4-553C128B583E}" dt="2026-04-04T06:33:40.949" v="1357" actId="47"/>
        <pc:sldMkLst>
          <pc:docMk/>
          <pc:sldMk cId="361392358" sldId="423"/>
        </pc:sldMkLst>
        <pc:spChg chg="mod">
          <ac:chgData name="Héctor Alonso Hormazábal Vildósola" userId="b9d27978aac6e731" providerId="LiveId" clId="{B71A42DC-BA9F-45EC-A9E4-553C128B583E}" dt="2026-04-04T04:18:26.040" v="217"/>
          <ac:spMkLst>
            <pc:docMk/>
            <pc:sldMk cId="361392358" sldId="423"/>
            <ac:spMk id="6" creationId="{1DA19A42-2116-C0E7-5A89-B292151471D0}"/>
          </ac:spMkLst>
        </pc:spChg>
      </pc:sldChg>
      <pc:sldChg chg="modSp del">
        <pc:chgData name="Héctor Alonso Hormazábal Vildósola" userId="b9d27978aac6e731" providerId="LiveId" clId="{B71A42DC-BA9F-45EC-A9E4-553C128B583E}" dt="2026-04-04T06:33:43.602" v="1360" actId="47"/>
        <pc:sldMkLst>
          <pc:docMk/>
          <pc:sldMk cId="289152900" sldId="424"/>
        </pc:sldMkLst>
        <pc:spChg chg="mod">
          <ac:chgData name="Héctor Alonso Hormazábal Vildósola" userId="b9d27978aac6e731" providerId="LiveId" clId="{B71A42DC-BA9F-45EC-A9E4-553C128B583E}" dt="2026-04-04T04:18:26.040" v="217"/>
          <ac:spMkLst>
            <pc:docMk/>
            <pc:sldMk cId="289152900" sldId="424"/>
            <ac:spMk id="6" creationId="{229E0296-2AE8-AA3C-AB07-5494331B9365}"/>
          </ac:spMkLst>
        </pc:spChg>
      </pc:sldChg>
      <pc:sldChg chg="modSp del">
        <pc:chgData name="Héctor Alonso Hormazábal Vildósola" userId="b9d27978aac6e731" providerId="LiveId" clId="{B71A42DC-BA9F-45EC-A9E4-553C128B583E}" dt="2026-04-04T06:33:41.744" v="1358" actId="47"/>
        <pc:sldMkLst>
          <pc:docMk/>
          <pc:sldMk cId="361911955" sldId="425"/>
        </pc:sldMkLst>
        <pc:spChg chg="mod">
          <ac:chgData name="Héctor Alonso Hormazábal Vildósola" userId="b9d27978aac6e731" providerId="LiveId" clId="{B71A42DC-BA9F-45EC-A9E4-553C128B583E}" dt="2026-04-04T04:18:26.040" v="217"/>
          <ac:spMkLst>
            <pc:docMk/>
            <pc:sldMk cId="361911955" sldId="425"/>
            <ac:spMk id="6" creationId="{F4BFD36F-151A-95B3-0576-BCA7B643BAEE}"/>
          </ac:spMkLst>
        </pc:spChg>
      </pc:sldChg>
      <pc:sldChg chg="modSp del">
        <pc:chgData name="Héctor Alonso Hormazábal Vildósola" userId="b9d27978aac6e731" providerId="LiveId" clId="{B71A42DC-BA9F-45EC-A9E4-553C128B583E}" dt="2026-04-04T06:33:44.103" v="1361" actId="47"/>
        <pc:sldMkLst>
          <pc:docMk/>
          <pc:sldMk cId="1377499650" sldId="427"/>
        </pc:sldMkLst>
        <pc:spChg chg="mod">
          <ac:chgData name="Héctor Alonso Hormazábal Vildósola" userId="b9d27978aac6e731" providerId="LiveId" clId="{B71A42DC-BA9F-45EC-A9E4-553C128B583E}" dt="2026-04-04T04:18:26.040" v="217"/>
          <ac:spMkLst>
            <pc:docMk/>
            <pc:sldMk cId="1377499650" sldId="427"/>
            <ac:spMk id="6" creationId="{7522AF07-E463-940A-14C5-DABE02302C64}"/>
          </ac:spMkLst>
        </pc:spChg>
      </pc:sldChg>
      <pc:sldChg chg="modSp del">
        <pc:chgData name="Héctor Alonso Hormazábal Vildósola" userId="b9d27978aac6e731" providerId="LiveId" clId="{B71A42DC-BA9F-45EC-A9E4-553C128B583E}" dt="2026-04-04T06:33:42.504" v="1359" actId="47"/>
        <pc:sldMkLst>
          <pc:docMk/>
          <pc:sldMk cId="607527406" sldId="428"/>
        </pc:sldMkLst>
        <pc:spChg chg="mod">
          <ac:chgData name="Héctor Alonso Hormazábal Vildósola" userId="b9d27978aac6e731" providerId="LiveId" clId="{B71A42DC-BA9F-45EC-A9E4-553C128B583E}" dt="2026-04-04T04:18:26.040" v="217"/>
          <ac:spMkLst>
            <pc:docMk/>
            <pc:sldMk cId="607527406" sldId="428"/>
            <ac:spMk id="6" creationId="{2DC19BD1-24F4-9B55-B72F-60CC081D7846}"/>
          </ac:spMkLst>
        </pc:spChg>
      </pc:sldChg>
      <pc:sldChg chg="modSp del">
        <pc:chgData name="Héctor Alonso Hormazábal Vildósola" userId="b9d27978aac6e731" providerId="LiveId" clId="{B71A42DC-BA9F-45EC-A9E4-553C128B583E}" dt="2026-04-04T06:33:44.908" v="1362" actId="47"/>
        <pc:sldMkLst>
          <pc:docMk/>
          <pc:sldMk cId="2646798886" sldId="429"/>
        </pc:sldMkLst>
        <pc:spChg chg="mod">
          <ac:chgData name="Héctor Alonso Hormazábal Vildósola" userId="b9d27978aac6e731" providerId="LiveId" clId="{B71A42DC-BA9F-45EC-A9E4-553C128B583E}" dt="2026-04-04T04:18:26.040" v="217"/>
          <ac:spMkLst>
            <pc:docMk/>
            <pc:sldMk cId="2646798886" sldId="429"/>
            <ac:spMk id="6" creationId="{EE38C2B0-0CF7-4051-5C6D-5D2EE197C966}"/>
          </ac:spMkLst>
        </pc:spChg>
      </pc:sldChg>
      <pc:sldChg chg="modSp del">
        <pc:chgData name="Héctor Alonso Hormazábal Vildósola" userId="b9d27978aac6e731" providerId="LiveId" clId="{B71A42DC-BA9F-45EC-A9E4-553C128B583E}" dt="2026-04-04T06:33:47.602" v="1366" actId="47"/>
        <pc:sldMkLst>
          <pc:docMk/>
          <pc:sldMk cId="185047713" sldId="430"/>
        </pc:sldMkLst>
        <pc:spChg chg="mod">
          <ac:chgData name="Héctor Alonso Hormazábal Vildósola" userId="b9d27978aac6e731" providerId="LiveId" clId="{B71A42DC-BA9F-45EC-A9E4-553C128B583E}" dt="2026-04-04T04:18:26.040" v="217"/>
          <ac:spMkLst>
            <pc:docMk/>
            <pc:sldMk cId="185047713" sldId="430"/>
            <ac:spMk id="6" creationId="{251823CC-7DA2-8306-41BF-BD49DF060A75}"/>
          </ac:spMkLst>
        </pc:spChg>
      </pc:sldChg>
      <pc:sldChg chg="modSp del">
        <pc:chgData name="Héctor Alonso Hormazábal Vildósola" userId="b9d27978aac6e731" providerId="LiveId" clId="{B71A42DC-BA9F-45EC-A9E4-553C128B583E}" dt="2026-04-04T06:33:45.655" v="1363" actId="47"/>
        <pc:sldMkLst>
          <pc:docMk/>
          <pc:sldMk cId="1343557959" sldId="431"/>
        </pc:sldMkLst>
        <pc:spChg chg="mod">
          <ac:chgData name="Héctor Alonso Hormazábal Vildósola" userId="b9d27978aac6e731" providerId="LiveId" clId="{B71A42DC-BA9F-45EC-A9E4-553C128B583E}" dt="2026-04-04T04:18:26.040" v="217"/>
          <ac:spMkLst>
            <pc:docMk/>
            <pc:sldMk cId="1343557959" sldId="431"/>
            <ac:spMk id="6" creationId="{01771353-8B40-B214-81A9-1420D0B823EE}"/>
          </ac:spMkLst>
        </pc:spChg>
      </pc:sldChg>
      <pc:sldChg chg="modSp del">
        <pc:chgData name="Héctor Alonso Hormazábal Vildósola" userId="b9d27978aac6e731" providerId="LiveId" clId="{B71A42DC-BA9F-45EC-A9E4-553C128B583E}" dt="2026-04-04T06:33:46.311" v="1364" actId="47"/>
        <pc:sldMkLst>
          <pc:docMk/>
          <pc:sldMk cId="947427776" sldId="432"/>
        </pc:sldMkLst>
        <pc:spChg chg="mod">
          <ac:chgData name="Héctor Alonso Hormazábal Vildósola" userId="b9d27978aac6e731" providerId="LiveId" clId="{B71A42DC-BA9F-45EC-A9E4-553C128B583E}" dt="2026-04-04T04:18:26.040" v="217"/>
          <ac:spMkLst>
            <pc:docMk/>
            <pc:sldMk cId="947427776" sldId="432"/>
            <ac:spMk id="6" creationId="{51C75E92-8E10-9967-1C4D-16DCB18B7205}"/>
          </ac:spMkLst>
        </pc:spChg>
      </pc:sldChg>
      <pc:sldChg chg="modSp del">
        <pc:chgData name="Héctor Alonso Hormazábal Vildósola" userId="b9d27978aac6e731" providerId="LiveId" clId="{B71A42DC-BA9F-45EC-A9E4-553C128B583E}" dt="2026-04-04T06:33:46.836" v="1365" actId="47"/>
        <pc:sldMkLst>
          <pc:docMk/>
          <pc:sldMk cId="2303163748" sldId="433"/>
        </pc:sldMkLst>
        <pc:spChg chg="mod">
          <ac:chgData name="Héctor Alonso Hormazábal Vildósola" userId="b9d27978aac6e731" providerId="LiveId" clId="{B71A42DC-BA9F-45EC-A9E4-553C128B583E}" dt="2026-04-04T04:18:26.040" v="217"/>
          <ac:spMkLst>
            <pc:docMk/>
            <pc:sldMk cId="2303163748" sldId="433"/>
            <ac:spMk id="6" creationId="{E9B1842F-B8BC-E4C5-5221-C6EDA8FF932F}"/>
          </ac:spMkLst>
        </pc:spChg>
      </pc:sldChg>
      <pc:sldChg chg="modSp del">
        <pc:chgData name="Héctor Alonso Hormazábal Vildósola" userId="b9d27978aac6e731" providerId="LiveId" clId="{B71A42DC-BA9F-45EC-A9E4-553C128B583E}" dt="2026-04-04T06:33:48.755" v="1367" actId="47"/>
        <pc:sldMkLst>
          <pc:docMk/>
          <pc:sldMk cId="4053748534" sldId="434"/>
        </pc:sldMkLst>
        <pc:spChg chg="mod">
          <ac:chgData name="Héctor Alonso Hormazábal Vildósola" userId="b9d27978aac6e731" providerId="LiveId" clId="{B71A42DC-BA9F-45EC-A9E4-553C128B583E}" dt="2026-04-04T04:18:26.040" v="217"/>
          <ac:spMkLst>
            <pc:docMk/>
            <pc:sldMk cId="4053748534" sldId="434"/>
            <ac:spMk id="6" creationId="{A4D772DC-40B2-6AAA-5B26-B0056BD7264E}"/>
          </ac:spMkLst>
        </pc:spChg>
      </pc:sldChg>
      <pc:sldChg chg="del">
        <pc:chgData name="Héctor Alonso Hormazábal Vildósola" userId="b9d27978aac6e731" providerId="LiveId" clId="{B71A42DC-BA9F-45EC-A9E4-553C128B583E}" dt="2026-04-04T06:34:11.300" v="1370" actId="2696"/>
        <pc:sldMkLst>
          <pc:docMk/>
          <pc:sldMk cId="1167787400" sldId="435"/>
        </pc:sldMkLst>
      </pc:sldChg>
      <pc:sldChg chg="addSp modSp add mod">
        <pc:chgData name="Héctor Alonso Hormazábal Vildósola" userId="b9d27978aac6e731" providerId="LiveId" clId="{B71A42DC-BA9F-45EC-A9E4-553C128B583E}" dt="2026-04-04T06:29:44.054" v="1325" actId="790"/>
        <pc:sldMkLst>
          <pc:docMk/>
          <pc:sldMk cId="2502597907" sldId="436"/>
        </pc:sldMkLst>
        <pc:spChg chg="add mod">
          <ac:chgData name="Héctor Alonso Hormazábal Vildósola" userId="b9d27978aac6e731" providerId="LiveId" clId="{B71A42DC-BA9F-45EC-A9E4-553C128B583E}" dt="2026-04-04T04:14:30.222" v="156" actId="14100"/>
          <ac:spMkLst>
            <pc:docMk/>
            <pc:sldMk cId="2502597907" sldId="436"/>
            <ac:spMk id="3" creationId="{709C9C5D-270E-4C52-BA2B-80B40AD290E3}"/>
          </ac:spMkLst>
        </pc:spChg>
        <pc:spChg chg="add mod">
          <ac:chgData name="Héctor Alonso Hormazábal Vildósola" userId="b9d27978aac6e731" providerId="LiveId" clId="{B71A42DC-BA9F-45EC-A9E4-553C128B583E}" dt="2026-04-04T06:29:27.532" v="1324" actId="790"/>
          <ac:spMkLst>
            <pc:docMk/>
            <pc:sldMk cId="2502597907" sldId="436"/>
            <ac:spMk id="4" creationId="{263427F3-06A2-4157-A6CA-78237C3CECDD}"/>
          </ac:spMkLst>
        </pc:spChg>
        <pc:spChg chg="mod">
          <ac:chgData name="Héctor Alonso Hormazábal Vildósola" userId="b9d27978aac6e731" providerId="LiveId" clId="{B71A42DC-BA9F-45EC-A9E4-553C128B583E}" dt="2026-04-04T04:18:26.040" v="217"/>
          <ac:spMkLst>
            <pc:docMk/>
            <pc:sldMk cId="2502597907" sldId="436"/>
            <ac:spMk id="6" creationId="{DB013D7C-6910-324A-931E-2860916070EC}"/>
          </ac:spMkLst>
        </pc:spChg>
        <pc:spChg chg="mod">
          <ac:chgData name="Héctor Alonso Hormazábal Vildósola" userId="b9d27978aac6e731" providerId="LiveId" clId="{B71A42DC-BA9F-45EC-A9E4-553C128B583E}" dt="2026-04-04T06:29:44.054" v="1325" actId="790"/>
          <ac:spMkLst>
            <pc:docMk/>
            <pc:sldMk cId="2502597907" sldId="436"/>
            <ac:spMk id="7" creationId="{1616B852-63A6-4684-9357-AC52515CBAE6}"/>
          </ac:spMkLst>
        </pc:spChg>
        <pc:picChg chg="add mod">
          <ac:chgData name="Héctor Alonso Hormazábal Vildósola" userId="b9d27978aac6e731" providerId="LiveId" clId="{B71A42DC-BA9F-45EC-A9E4-553C128B583E}" dt="2026-04-04T04:13:38.196" v="151" actId="1076"/>
          <ac:picMkLst>
            <pc:docMk/>
            <pc:sldMk cId="2502597907" sldId="436"/>
            <ac:picMk id="8" creationId="{729484AA-7EE2-404F-875A-C6CD5509FCC5}"/>
          </ac:picMkLst>
        </pc:picChg>
      </pc:sldChg>
      <pc:sldChg chg="addSp delSp modSp add mod">
        <pc:chgData name="Héctor Alonso Hormazábal Vildósola" userId="b9d27978aac6e731" providerId="LiveId" clId="{B71A42DC-BA9F-45EC-A9E4-553C128B583E}" dt="2026-04-04T04:29:41.907" v="284" actId="1076"/>
        <pc:sldMkLst>
          <pc:docMk/>
          <pc:sldMk cId="1641930268" sldId="437"/>
        </pc:sldMkLst>
        <pc:spChg chg="add del mod">
          <ac:chgData name="Héctor Alonso Hormazábal Vildósola" userId="b9d27978aac6e731" providerId="LiveId" clId="{B71A42DC-BA9F-45EC-A9E4-553C128B583E}" dt="2026-04-04T04:27:16.494" v="250" actId="478"/>
          <ac:spMkLst>
            <pc:docMk/>
            <pc:sldMk cId="1641930268" sldId="437"/>
            <ac:spMk id="3" creationId="{7DE385DE-39ED-4E4D-BB19-7836E759A5A2}"/>
          </ac:spMkLst>
        </pc:spChg>
        <pc:spChg chg="add del mod">
          <ac:chgData name="Héctor Alonso Hormazábal Vildósola" userId="b9d27978aac6e731" providerId="LiveId" clId="{B71A42DC-BA9F-45EC-A9E4-553C128B583E}" dt="2026-04-04T04:27:16.494" v="250" actId="478"/>
          <ac:spMkLst>
            <pc:docMk/>
            <pc:sldMk cId="1641930268" sldId="437"/>
            <ac:spMk id="4" creationId="{3D4B4D3D-6758-43F2-B21E-9B669F85C905}"/>
          </ac:spMkLst>
        </pc:spChg>
        <pc:spChg chg="add del mod">
          <ac:chgData name="Héctor Alonso Hormazábal Vildósola" userId="b9d27978aac6e731" providerId="LiveId" clId="{B71A42DC-BA9F-45EC-A9E4-553C128B583E}" dt="2026-04-04T04:27:24.147" v="253" actId="478"/>
          <ac:spMkLst>
            <pc:docMk/>
            <pc:sldMk cId="1641930268" sldId="437"/>
            <ac:spMk id="5" creationId="{A422EC69-48F2-4592-90A8-45C17CB5E016}"/>
          </ac:spMkLst>
        </pc:spChg>
        <pc:spChg chg="mod">
          <ac:chgData name="Héctor Alonso Hormazábal Vildósola" userId="b9d27978aac6e731" providerId="LiveId" clId="{B71A42DC-BA9F-45EC-A9E4-553C128B583E}" dt="2026-04-04T04:18:26.040" v="217"/>
          <ac:spMkLst>
            <pc:docMk/>
            <pc:sldMk cId="1641930268" sldId="437"/>
            <ac:spMk id="6" creationId="{DB013D7C-6910-324A-931E-2860916070EC}"/>
          </ac:spMkLst>
        </pc:spChg>
        <pc:spChg chg="mod">
          <ac:chgData name="Héctor Alonso Hormazábal Vildósola" userId="b9d27978aac6e731" providerId="LiveId" clId="{B71A42DC-BA9F-45EC-A9E4-553C128B583E}" dt="2026-04-04T04:23:31.425" v="223" actId="2711"/>
          <ac:spMkLst>
            <pc:docMk/>
            <pc:sldMk cId="1641930268" sldId="437"/>
            <ac:spMk id="7" creationId="{1616B852-63A6-4684-9357-AC52515CBAE6}"/>
          </ac:spMkLst>
        </pc:spChg>
        <pc:spChg chg="add del mod">
          <ac:chgData name="Héctor Alonso Hormazábal Vildósola" userId="b9d27978aac6e731" providerId="LiveId" clId="{B71A42DC-BA9F-45EC-A9E4-553C128B583E}" dt="2026-04-04T04:27:24.147" v="253" actId="478"/>
          <ac:spMkLst>
            <pc:docMk/>
            <pc:sldMk cId="1641930268" sldId="437"/>
            <ac:spMk id="8" creationId="{8941D696-1E98-4375-ABEB-B668CA3EBD41}"/>
          </ac:spMkLst>
        </pc:spChg>
        <pc:spChg chg="add del mod">
          <ac:chgData name="Héctor Alonso Hormazábal Vildósola" userId="b9d27978aac6e731" providerId="LiveId" clId="{B71A42DC-BA9F-45EC-A9E4-553C128B583E}" dt="2026-04-04T04:27:35.220" v="256" actId="478"/>
          <ac:spMkLst>
            <pc:docMk/>
            <pc:sldMk cId="1641930268" sldId="437"/>
            <ac:spMk id="9" creationId="{1B0372CB-C649-4B34-9257-6B336BD17D20}"/>
          </ac:spMkLst>
        </pc:spChg>
        <pc:spChg chg="add del">
          <ac:chgData name="Héctor Alonso Hormazábal Vildósola" userId="b9d27978aac6e731" providerId="LiveId" clId="{B71A42DC-BA9F-45EC-A9E4-553C128B583E}" dt="2026-04-04T04:27:35.220" v="256" actId="478"/>
          <ac:spMkLst>
            <pc:docMk/>
            <pc:sldMk cId="1641930268" sldId="437"/>
            <ac:spMk id="10" creationId="{2C2A887C-46D5-43F4-B7F3-FA99A0594805}"/>
          </ac:spMkLst>
        </pc:spChg>
        <pc:spChg chg="add del">
          <ac:chgData name="Héctor Alonso Hormazábal Vildósola" userId="b9d27978aac6e731" providerId="LiveId" clId="{B71A42DC-BA9F-45EC-A9E4-553C128B583E}" dt="2026-04-04T04:27:35.220" v="256" actId="478"/>
          <ac:spMkLst>
            <pc:docMk/>
            <pc:sldMk cId="1641930268" sldId="437"/>
            <ac:spMk id="11" creationId="{C28C0017-3570-424D-A216-13D72180E943}"/>
          </ac:spMkLst>
        </pc:spChg>
        <pc:spChg chg="add del mod">
          <ac:chgData name="Héctor Alonso Hormazábal Vildósola" userId="b9d27978aac6e731" providerId="LiveId" clId="{B71A42DC-BA9F-45EC-A9E4-553C128B583E}" dt="2026-04-04T04:28:12.347" v="262" actId="478"/>
          <ac:spMkLst>
            <pc:docMk/>
            <pc:sldMk cId="1641930268" sldId="437"/>
            <ac:spMk id="12" creationId="{CD7F2D6F-0C3B-465D-8CAD-AB616C5B304C}"/>
          </ac:spMkLst>
        </pc:spChg>
        <pc:spChg chg="add del mod">
          <ac:chgData name="Héctor Alonso Hormazábal Vildósola" userId="b9d27978aac6e731" providerId="LiveId" clId="{B71A42DC-BA9F-45EC-A9E4-553C128B583E}" dt="2026-04-04T04:28:12.347" v="262" actId="478"/>
          <ac:spMkLst>
            <pc:docMk/>
            <pc:sldMk cId="1641930268" sldId="437"/>
            <ac:spMk id="13" creationId="{B09ED6ED-0DFB-485E-8BFD-288E05636653}"/>
          </ac:spMkLst>
        </pc:spChg>
        <pc:spChg chg="add del mod">
          <ac:chgData name="Héctor Alonso Hormazábal Vildósola" userId="b9d27978aac6e731" providerId="LiveId" clId="{B71A42DC-BA9F-45EC-A9E4-553C128B583E}" dt="2026-04-04T04:28:12.347" v="262" actId="478"/>
          <ac:spMkLst>
            <pc:docMk/>
            <pc:sldMk cId="1641930268" sldId="437"/>
            <ac:spMk id="14" creationId="{75CB94F3-3150-4E66-851B-A6A5FD337CA6}"/>
          </ac:spMkLst>
        </pc:spChg>
        <pc:spChg chg="add mod">
          <ac:chgData name="Héctor Alonso Hormazábal Vildósola" userId="b9d27978aac6e731" providerId="LiveId" clId="{B71A42DC-BA9F-45EC-A9E4-553C128B583E}" dt="2026-04-04T04:29:27.492" v="283" actId="20577"/>
          <ac:spMkLst>
            <pc:docMk/>
            <pc:sldMk cId="1641930268" sldId="437"/>
            <ac:spMk id="15" creationId="{CD54F256-3842-4404-A7FC-0A7076A26D0A}"/>
          </ac:spMkLst>
        </pc:spChg>
        <pc:spChg chg="add del mod">
          <ac:chgData name="Héctor Alonso Hormazábal Vildósola" userId="b9d27978aac6e731" providerId="LiveId" clId="{B71A42DC-BA9F-45EC-A9E4-553C128B583E}" dt="2026-04-04T04:28:30.426" v="267" actId="21"/>
          <ac:spMkLst>
            <pc:docMk/>
            <pc:sldMk cId="1641930268" sldId="437"/>
            <ac:spMk id="16" creationId="{9907C3FC-8DBF-4DC6-84E6-24F1E9E74450}"/>
          </ac:spMkLst>
        </pc:spChg>
        <pc:picChg chg="add mod">
          <ac:chgData name="Héctor Alonso Hormazábal Vildósola" userId="b9d27978aac6e731" providerId="LiveId" clId="{B71A42DC-BA9F-45EC-A9E4-553C128B583E}" dt="2026-04-04T04:29:41.907" v="284" actId="1076"/>
          <ac:picMkLst>
            <pc:docMk/>
            <pc:sldMk cId="1641930268" sldId="437"/>
            <ac:picMk id="2050" creationId="{414C7FC1-F49C-49AD-B1A5-4A11B095933D}"/>
          </ac:picMkLst>
        </pc:picChg>
      </pc:sldChg>
      <pc:sldChg chg="addSp delSp modSp add mod">
        <pc:chgData name="Héctor Alonso Hormazábal Vildósola" userId="b9d27978aac6e731" providerId="LiveId" clId="{B71A42DC-BA9F-45EC-A9E4-553C128B583E}" dt="2026-04-04T05:04:02.715" v="672" actId="20577"/>
        <pc:sldMkLst>
          <pc:docMk/>
          <pc:sldMk cId="1543918204" sldId="438"/>
        </pc:sldMkLst>
        <pc:spChg chg="add">
          <ac:chgData name="Héctor Alonso Hormazábal Vildósola" userId="b9d27978aac6e731" providerId="LiveId" clId="{B71A42DC-BA9F-45EC-A9E4-553C128B583E}" dt="2026-04-04T04:34:50.662" v="285"/>
          <ac:spMkLst>
            <pc:docMk/>
            <pc:sldMk cId="1543918204" sldId="438"/>
            <ac:spMk id="3" creationId="{E2DA24AA-40F8-4BC3-885A-DE16033D7D92}"/>
          </ac:spMkLst>
        </pc:spChg>
        <pc:spChg chg="add del mod">
          <ac:chgData name="Héctor Alonso Hormazábal Vildósola" userId="b9d27978aac6e731" providerId="LiveId" clId="{B71A42DC-BA9F-45EC-A9E4-553C128B583E}" dt="2026-04-04T04:35:06.037" v="287" actId="478"/>
          <ac:spMkLst>
            <pc:docMk/>
            <pc:sldMk cId="1543918204" sldId="438"/>
            <ac:spMk id="4" creationId="{4FFAD4A6-4037-4176-90A0-1EA0AE1B90C6}"/>
          </ac:spMkLst>
        </pc:spChg>
        <pc:spChg chg="mod">
          <ac:chgData name="Héctor Alonso Hormazábal Vildósola" userId="b9d27978aac6e731" providerId="LiveId" clId="{B71A42DC-BA9F-45EC-A9E4-553C128B583E}" dt="2026-04-04T04:18:26.040" v="217"/>
          <ac:spMkLst>
            <pc:docMk/>
            <pc:sldMk cId="1543918204" sldId="438"/>
            <ac:spMk id="6" creationId="{DB013D7C-6910-324A-931E-2860916070EC}"/>
          </ac:spMkLst>
        </pc:spChg>
        <pc:spChg chg="mod">
          <ac:chgData name="Héctor Alonso Hormazábal Vildósola" userId="b9d27978aac6e731" providerId="LiveId" clId="{B71A42DC-BA9F-45EC-A9E4-553C128B583E}" dt="2026-04-04T04:54:26.949" v="669" actId="20577"/>
          <ac:spMkLst>
            <pc:docMk/>
            <pc:sldMk cId="1543918204" sldId="438"/>
            <ac:spMk id="7" creationId="{1616B852-63A6-4684-9357-AC52515CBAE6}"/>
          </ac:spMkLst>
        </pc:spChg>
        <pc:spChg chg="add del mod">
          <ac:chgData name="Héctor Alonso Hormazábal Vildósola" userId="b9d27978aac6e731" providerId="LiveId" clId="{B71A42DC-BA9F-45EC-A9E4-553C128B583E}" dt="2026-04-04T04:37:32.517" v="303"/>
          <ac:spMkLst>
            <pc:docMk/>
            <pc:sldMk cId="1543918204" sldId="438"/>
            <ac:spMk id="9" creationId="{DA9BA2E0-0E3D-4696-B1DB-0D85D2975575}"/>
          </ac:spMkLst>
        </pc:spChg>
        <pc:spChg chg="add mod">
          <ac:chgData name="Héctor Alonso Hormazábal Vildósola" userId="b9d27978aac6e731" providerId="LiveId" clId="{B71A42DC-BA9F-45EC-A9E4-553C128B583E}" dt="2026-04-04T05:04:02.715" v="672" actId="20577"/>
          <ac:spMkLst>
            <pc:docMk/>
            <pc:sldMk cId="1543918204" sldId="438"/>
            <ac:spMk id="10" creationId="{82F5AEC1-CEAF-459F-844A-1648AB9C1029}"/>
          </ac:spMkLst>
        </pc:spChg>
        <pc:picChg chg="add del mod">
          <ac:chgData name="Héctor Alonso Hormazábal Vildósola" userId="b9d27978aac6e731" providerId="LiveId" clId="{B71A42DC-BA9F-45EC-A9E4-553C128B583E}" dt="2026-04-04T04:37:32.515" v="301" actId="478"/>
          <ac:picMkLst>
            <pc:docMk/>
            <pc:sldMk cId="1543918204" sldId="438"/>
            <ac:picMk id="8" creationId="{DA785D79-34B2-49DD-B774-84FE716E322C}"/>
          </ac:picMkLst>
        </pc:picChg>
      </pc:sldChg>
      <pc:sldChg chg="addSp modSp add mod">
        <pc:chgData name="Héctor Alonso Hormazábal Vildósola" userId="b9d27978aac6e731" providerId="LiveId" clId="{B71A42DC-BA9F-45EC-A9E4-553C128B583E}" dt="2026-04-04T04:52:42.795" v="606" actId="1076"/>
        <pc:sldMkLst>
          <pc:docMk/>
          <pc:sldMk cId="865393244" sldId="439"/>
        </pc:sldMkLst>
        <pc:spChg chg="mod">
          <ac:chgData name="Héctor Alonso Hormazábal Vildósola" userId="b9d27978aac6e731" providerId="LiveId" clId="{B71A42DC-BA9F-45EC-A9E4-553C128B583E}" dt="2026-04-04T04:18:26.040" v="217"/>
          <ac:spMkLst>
            <pc:docMk/>
            <pc:sldMk cId="865393244" sldId="439"/>
            <ac:spMk id="6" creationId="{DB013D7C-6910-324A-931E-2860916070EC}"/>
          </ac:spMkLst>
        </pc:spChg>
        <pc:spChg chg="mod">
          <ac:chgData name="Héctor Alonso Hormazábal Vildósola" userId="b9d27978aac6e731" providerId="LiveId" clId="{B71A42DC-BA9F-45EC-A9E4-553C128B583E}" dt="2026-04-04T04:48:18.818" v="603"/>
          <ac:spMkLst>
            <pc:docMk/>
            <pc:sldMk cId="865393244" sldId="439"/>
            <ac:spMk id="7" creationId="{1616B852-63A6-4684-9357-AC52515CBAE6}"/>
          </ac:spMkLst>
        </pc:spChg>
        <pc:picChg chg="add mod">
          <ac:chgData name="Héctor Alonso Hormazábal Vildósola" userId="b9d27978aac6e731" providerId="LiveId" clId="{B71A42DC-BA9F-45EC-A9E4-553C128B583E}" dt="2026-04-04T04:52:42.795" v="606" actId="1076"/>
          <ac:picMkLst>
            <pc:docMk/>
            <pc:sldMk cId="865393244" sldId="439"/>
            <ac:picMk id="4098" creationId="{C97F0F7D-9F6C-4BF9-BC0B-CE5940BC819D}"/>
          </ac:picMkLst>
        </pc:picChg>
      </pc:sldChg>
      <pc:sldChg chg="addSp modSp add mod">
        <pc:chgData name="Héctor Alonso Hormazábal Vildósola" userId="b9d27978aac6e731" providerId="LiveId" clId="{B71A42DC-BA9F-45EC-A9E4-553C128B583E}" dt="2026-04-04T05:35:46.145" v="800" actId="1076"/>
        <pc:sldMkLst>
          <pc:docMk/>
          <pc:sldMk cId="1386246225" sldId="440"/>
        </pc:sldMkLst>
        <pc:spChg chg="add mod">
          <ac:chgData name="Héctor Alonso Hormazábal Vildósola" userId="b9d27978aac6e731" providerId="LiveId" clId="{B71A42DC-BA9F-45EC-A9E4-553C128B583E}" dt="2026-04-04T05:35:46.145" v="800" actId="1076"/>
          <ac:spMkLst>
            <pc:docMk/>
            <pc:sldMk cId="1386246225" sldId="440"/>
            <ac:spMk id="3" creationId="{AFCB0E62-20D6-41AF-BF85-4F50FBE5B63A}"/>
          </ac:spMkLst>
        </pc:spChg>
        <pc:spChg chg="mod">
          <ac:chgData name="Héctor Alonso Hormazábal Vildósola" userId="b9d27978aac6e731" providerId="LiveId" clId="{B71A42DC-BA9F-45EC-A9E4-553C128B583E}" dt="2026-04-04T04:18:26.040" v="217"/>
          <ac:spMkLst>
            <pc:docMk/>
            <pc:sldMk cId="1386246225" sldId="440"/>
            <ac:spMk id="6" creationId="{DB013D7C-6910-324A-931E-2860916070EC}"/>
          </ac:spMkLst>
        </pc:spChg>
        <pc:spChg chg="mod">
          <ac:chgData name="Héctor Alonso Hormazábal Vildósola" userId="b9d27978aac6e731" providerId="LiveId" clId="{B71A42DC-BA9F-45EC-A9E4-553C128B583E}" dt="2026-04-04T05:06:34.430" v="674" actId="113"/>
          <ac:spMkLst>
            <pc:docMk/>
            <pc:sldMk cId="1386246225" sldId="440"/>
            <ac:spMk id="7" creationId="{1616B852-63A6-4684-9357-AC52515CBAE6}"/>
          </ac:spMkLst>
        </pc:spChg>
      </pc:sldChg>
      <pc:sldChg chg="addSp delSp modSp add mod">
        <pc:chgData name="Héctor Alonso Hormazábal Vildósola" userId="b9d27978aac6e731" providerId="LiveId" clId="{B71A42DC-BA9F-45EC-A9E4-553C128B583E}" dt="2026-04-04T05:44:31.052" v="886" actId="1076"/>
        <pc:sldMkLst>
          <pc:docMk/>
          <pc:sldMk cId="3387648126" sldId="441"/>
        </pc:sldMkLst>
        <pc:spChg chg="add mod">
          <ac:chgData name="Héctor Alonso Hormazábal Vildósola" userId="b9d27978aac6e731" providerId="LiveId" clId="{B71A42DC-BA9F-45EC-A9E4-553C128B583E}" dt="2026-04-04T05:43:08.500" v="872" actId="20577"/>
          <ac:spMkLst>
            <pc:docMk/>
            <pc:sldMk cId="3387648126" sldId="441"/>
            <ac:spMk id="3" creationId="{43D0B7C3-4712-4D63-8FE6-2CE89D82A471}"/>
          </ac:spMkLst>
        </pc:spChg>
        <pc:spChg chg="mod">
          <ac:chgData name="Héctor Alonso Hormazábal Vildósola" userId="b9d27978aac6e731" providerId="LiveId" clId="{B71A42DC-BA9F-45EC-A9E4-553C128B583E}" dt="2026-04-04T04:18:26.040" v="217"/>
          <ac:spMkLst>
            <pc:docMk/>
            <pc:sldMk cId="3387648126" sldId="441"/>
            <ac:spMk id="6" creationId="{DB013D7C-6910-324A-931E-2860916070EC}"/>
          </ac:spMkLst>
        </pc:spChg>
        <pc:spChg chg="mod">
          <ac:chgData name="Héctor Alonso Hormazábal Vildósola" userId="b9d27978aac6e731" providerId="LiveId" clId="{B71A42DC-BA9F-45EC-A9E4-553C128B583E}" dt="2026-04-04T05:36:00.475" v="827" actId="20577"/>
          <ac:spMkLst>
            <pc:docMk/>
            <pc:sldMk cId="3387648126" sldId="441"/>
            <ac:spMk id="7" creationId="{1616B852-63A6-4684-9357-AC52515CBAE6}"/>
          </ac:spMkLst>
        </pc:spChg>
        <pc:picChg chg="add mod">
          <ac:chgData name="Héctor Alonso Hormazábal Vildósola" userId="b9d27978aac6e731" providerId="LiveId" clId="{B71A42DC-BA9F-45EC-A9E4-553C128B583E}" dt="2026-04-04T05:44:31.052" v="886" actId="1076"/>
          <ac:picMkLst>
            <pc:docMk/>
            <pc:sldMk cId="3387648126" sldId="441"/>
            <ac:picMk id="5" creationId="{3E1DA965-1E85-4C19-BF92-53DBD9EE658D}"/>
          </ac:picMkLst>
        </pc:picChg>
        <pc:picChg chg="add del mod">
          <ac:chgData name="Héctor Alonso Hormazábal Vildósola" userId="b9d27978aac6e731" providerId="LiveId" clId="{B71A42DC-BA9F-45EC-A9E4-553C128B583E}" dt="2026-04-04T05:44:21.377" v="881" actId="478"/>
          <ac:picMkLst>
            <pc:docMk/>
            <pc:sldMk cId="3387648126" sldId="441"/>
            <ac:picMk id="6147" creationId="{5B628947-B84E-4DE9-9FAC-A4C62B3239F7}"/>
          </ac:picMkLst>
        </pc:picChg>
      </pc:sldChg>
      <pc:sldChg chg="addSp modSp add mod">
        <pc:chgData name="Héctor Alonso Hormazábal Vildósola" userId="b9d27978aac6e731" providerId="LiveId" clId="{B71A42DC-BA9F-45EC-A9E4-553C128B583E}" dt="2026-04-04T06:33:28.643" v="1349"/>
        <pc:sldMkLst>
          <pc:docMk/>
          <pc:sldMk cId="1936271266" sldId="442"/>
        </pc:sldMkLst>
        <pc:spChg chg="add mod">
          <ac:chgData name="Héctor Alonso Hormazábal Vildósola" userId="b9d27978aac6e731" providerId="LiveId" clId="{B71A42DC-BA9F-45EC-A9E4-553C128B583E}" dt="2026-04-04T06:01:49.285" v="1099" actId="767"/>
          <ac:spMkLst>
            <pc:docMk/>
            <pc:sldMk cId="1936271266" sldId="442"/>
            <ac:spMk id="4" creationId="{650D4791-CB01-4560-AF52-E66EBB50EA40}"/>
          </ac:spMkLst>
        </pc:spChg>
        <pc:spChg chg="mod">
          <ac:chgData name="Héctor Alonso Hormazábal Vildósola" userId="b9d27978aac6e731" providerId="LiveId" clId="{B71A42DC-BA9F-45EC-A9E4-553C128B583E}" dt="2026-04-04T04:18:26.040" v="217"/>
          <ac:spMkLst>
            <pc:docMk/>
            <pc:sldMk cId="1936271266" sldId="442"/>
            <ac:spMk id="6" creationId="{DB013D7C-6910-324A-931E-2860916070EC}"/>
          </ac:spMkLst>
        </pc:spChg>
        <pc:spChg chg="mod">
          <ac:chgData name="Héctor Alonso Hormazábal Vildósola" userId="b9d27978aac6e731" providerId="LiveId" clId="{B71A42DC-BA9F-45EC-A9E4-553C128B583E}" dt="2026-04-04T05:47:54.485" v="911" actId="20577"/>
          <ac:spMkLst>
            <pc:docMk/>
            <pc:sldMk cId="1936271266" sldId="442"/>
            <ac:spMk id="7" creationId="{1616B852-63A6-4684-9357-AC52515CBAE6}"/>
          </ac:spMkLst>
        </pc:spChg>
        <pc:graphicFrameChg chg="add mod modGraphic">
          <ac:chgData name="Héctor Alonso Hormazábal Vildósola" userId="b9d27978aac6e731" providerId="LiveId" clId="{B71A42DC-BA9F-45EC-A9E4-553C128B583E}" dt="2026-04-04T06:33:28.643" v="1349"/>
          <ac:graphicFrameMkLst>
            <pc:docMk/>
            <pc:sldMk cId="1936271266" sldId="442"/>
            <ac:graphicFrameMk id="3" creationId="{CA0F23A2-0C41-427B-95AF-5079D24138F8}"/>
          </ac:graphicFrameMkLst>
        </pc:graphicFrameChg>
      </pc:sldChg>
      <pc:sldChg chg="addSp modSp add mod">
        <pc:chgData name="Héctor Alonso Hormazábal Vildósola" userId="b9d27978aac6e731" providerId="LiveId" clId="{B71A42DC-BA9F-45EC-A9E4-553C128B583E}" dt="2026-04-04T06:17:27.370" v="1216" actId="113"/>
        <pc:sldMkLst>
          <pc:docMk/>
          <pc:sldMk cId="2542825168" sldId="443"/>
        </pc:sldMkLst>
        <pc:spChg chg="add mod">
          <ac:chgData name="Héctor Alonso Hormazábal Vildósola" userId="b9d27978aac6e731" providerId="LiveId" clId="{B71A42DC-BA9F-45EC-A9E4-553C128B583E}" dt="2026-04-04T06:17:27.370" v="1216" actId="113"/>
          <ac:spMkLst>
            <pc:docMk/>
            <pc:sldMk cId="2542825168" sldId="443"/>
            <ac:spMk id="3" creationId="{254CFE11-66A7-4778-B870-DC2F72C8C311}"/>
          </ac:spMkLst>
        </pc:spChg>
        <pc:spChg chg="mod">
          <ac:chgData name="Héctor Alonso Hormazábal Vildósola" userId="b9d27978aac6e731" providerId="LiveId" clId="{B71A42DC-BA9F-45EC-A9E4-553C128B583E}" dt="2026-04-04T06:07:32.594" v="1132"/>
          <ac:spMkLst>
            <pc:docMk/>
            <pc:sldMk cId="2542825168" sldId="443"/>
            <ac:spMk id="7" creationId="{1616B852-63A6-4684-9357-AC52515CBAE6}"/>
          </ac:spMkLst>
        </pc:spChg>
        <pc:picChg chg="add mod">
          <ac:chgData name="Héctor Alonso Hormazábal Vildósola" userId="b9d27978aac6e731" providerId="LiveId" clId="{B71A42DC-BA9F-45EC-A9E4-553C128B583E}" dt="2026-04-04T06:16:06.712" v="1179" actId="1076"/>
          <ac:picMkLst>
            <pc:docMk/>
            <pc:sldMk cId="2542825168" sldId="443"/>
            <ac:picMk id="8195" creationId="{E226DF09-4097-4359-9851-C565C1B07D04}"/>
          </ac:picMkLst>
        </pc:picChg>
      </pc:sldChg>
      <pc:sldChg chg="addSp delSp modSp add mod">
        <pc:chgData name="Héctor Alonso Hormazábal Vildósola" userId="b9d27978aac6e731" providerId="LiveId" clId="{B71A42DC-BA9F-45EC-A9E4-553C128B583E}" dt="2026-04-04T06:27:55.273" v="1323" actId="1076"/>
        <pc:sldMkLst>
          <pc:docMk/>
          <pc:sldMk cId="514231515" sldId="444"/>
        </pc:sldMkLst>
        <pc:spChg chg="add mod">
          <ac:chgData name="Héctor Alonso Hormazábal Vildósola" userId="b9d27978aac6e731" providerId="LiveId" clId="{B71A42DC-BA9F-45EC-A9E4-553C128B583E}" dt="2026-04-04T06:25:42.204" v="1318" actId="14100"/>
          <ac:spMkLst>
            <pc:docMk/>
            <pc:sldMk cId="514231515" sldId="444"/>
            <ac:spMk id="4" creationId="{DCB35BC0-12AF-4133-BB78-F683A2BA3CA6}"/>
          </ac:spMkLst>
        </pc:spChg>
        <pc:spChg chg="mod">
          <ac:chgData name="Héctor Alonso Hormazábal Vildósola" userId="b9d27978aac6e731" providerId="LiveId" clId="{B71A42DC-BA9F-45EC-A9E4-553C128B583E}" dt="2026-04-04T06:19:40.006" v="1218" actId="113"/>
          <ac:spMkLst>
            <pc:docMk/>
            <pc:sldMk cId="514231515" sldId="444"/>
            <ac:spMk id="7" creationId="{1616B852-63A6-4684-9357-AC52515CBAE6}"/>
          </ac:spMkLst>
        </pc:spChg>
        <pc:spChg chg="add del">
          <ac:chgData name="Héctor Alonso Hormazábal Vildósola" userId="b9d27978aac6e731" providerId="LiveId" clId="{B71A42DC-BA9F-45EC-A9E4-553C128B583E}" dt="2026-04-04T06:20:10.539" v="1220" actId="478"/>
          <ac:spMkLst>
            <pc:docMk/>
            <pc:sldMk cId="514231515" sldId="444"/>
            <ac:spMk id="8" creationId="{2C3560D3-7164-4550-BFD9-2589F9C30939}"/>
          </ac:spMkLst>
        </pc:spChg>
        <pc:picChg chg="add mod">
          <ac:chgData name="Héctor Alonso Hormazábal Vildósola" userId="b9d27978aac6e731" providerId="LiveId" clId="{B71A42DC-BA9F-45EC-A9E4-553C128B583E}" dt="2026-04-04T06:27:55.273" v="1323" actId="1076"/>
          <ac:picMkLst>
            <pc:docMk/>
            <pc:sldMk cId="514231515" sldId="444"/>
            <ac:picMk id="9219" creationId="{4F5A0855-0823-42A5-A0D4-D6FEA77EDC11}"/>
          </ac:picMkLst>
        </pc:picChg>
      </pc:sldChg>
      <pc:sldChg chg="addSp modSp add mod">
        <pc:chgData name="Héctor Alonso Hormazábal Vildósola" userId="b9d27978aac6e731" providerId="LiveId" clId="{B71A42DC-BA9F-45EC-A9E4-553C128B583E}" dt="2026-04-04T06:33:08.364" v="1347"/>
        <pc:sldMkLst>
          <pc:docMk/>
          <pc:sldMk cId="2798334163" sldId="445"/>
        </pc:sldMkLst>
        <pc:graphicFrameChg chg="add mod modGraphic">
          <ac:chgData name="Héctor Alonso Hormazábal Vildósola" userId="b9d27978aac6e731" providerId="LiveId" clId="{B71A42DC-BA9F-45EC-A9E4-553C128B583E}" dt="2026-04-04T06:33:08.364" v="1347"/>
          <ac:graphicFrameMkLst>
            <pc:docMk/>
            <pc:sldMk cId="2798334163" sldId="445"/>
            <ac:graphicFrameMk id="3" creationId="{C3705A99-26C4-407B-9519-85B1E7C5AE4E}"/>
          </ac:graphicFrameMkLst>
        </pc:graphicFrameChg>
      </pc:sldChg>
      <pc:sldChg chg="add">
        <pc:chgData name="Héctor Alonso Hormazábal Vildósola" userId="b9d27978aac6e731" providerId="LiveId" clId="{B71A42DC-BA9F-45EC-A9E4-553C128B583E}" dt="2026-04-04T06:34:07.282" v="1369"/>
        <pc:sldMkLst>
          <pc:docMk/>
          <pc:sldMk cId="2119428810" sldId="446"/>
        </pc:sldMkLst>
      </pc:sldChg>
      <pc:sldChg chg="add del">
        <pc:chgData name="Héctor Alonso Hormazábal Vildósola" userId="b9d27978aac6e731" providerId="LiveId" clId="{B71A42DC-BA9F-45EC-A9E4-553C128B583E}" dt="2026-04-04T06:33:51.712" v="1368" actId="47"/>
        <pc:sldMkLst>
          <pc:docMk/>
          <pc:sldMk cId="3537448122"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319" cy="46524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885" y="0"/>
            <a:ext cx="3038319" cy="465242"/>
          </a:xfrm>
          <a:prstGeom prst="rect">
            <a:avLst/>
          </a:prstGeom>
        </p:spPr>
        <p:txBody>
          <a:bodyPr vert="horz" lIns="91440" tIns="45720" rIns="91440" bIns="45720" rtlCol="0"/>
          <a:lstStyle>
            <a:lvl1pPr algn="r">
              <a:defRPr sz="1200"/>
            </a:lvl1pPr>
          </a:lstStyle>
          <a:p>
            <a:fld id="{AFE4ED5A-871E-4544-8630-E130C4C6C60A}" type="datetimeFigureOut">
              <a:rPr lang="en-US" smtClean="0"/>
              <a:t>4/24/2026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519" y="4473472"/>
            <a:ext cx="5607362" cy="366087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31160"/>
            <a:ext cx="3038319" cy="46524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885" y="8831160"/>
            <a:ext cx="3038319" cy="465240"/>
          </a:xfrm>
          <a:prstGeom prst="rect">
            <a:avLst/>
          </a:prstGeom>
        </p:spPr>
        <p:txBody>
          <a:bodyPr vert="horz" lIns="91440" tIns="45720" rIns="91440" bIns="45720" rtlCol="0" anchor="b"/>
          <a:lstStyle>
            <a:lvl1pPr algn="r">
              <a:defRPr sz="1200"/>
            </a:lvl1pPr>
          </a:lstStyle>
          <a:p>
            <a:fld id="{93DDB131-80DD-4B65-AB6A-E7BEF34656D8}" type="slidenum">
              <a:rPr lang="en-US" smtClean="0"/>
              <a:t>‹#›</a:t>
            </a:fld>
            <a:endParaRPr lang="en-US"/>
          </a:p>
        </p:txBody>
      </p:sp>
    </p:spTree>
    <p:extLst>
      <p:ext uri="{BB962C8B-B14F-4D97-AF65-F5344CB8AC3E}">
        <p14:creationId xmlns:p14="http://schemas.microsoft.com/office/powerpoint/2010/main" val="2170573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93DDB131-80DD-4B65-AB6A-E7BEF34656D8}" type="slidenum">
              <a:rPr lang="en-US" smtClean="0"/>
              <a:t>1</a:t>
            </a:fld>
            <a:endParaRPr lang="en-US"/>
          </a:p>
        </p:txBody>
      </p:sp>
    </p:spTree>
    <p:extLst>
      <p:ext uri="{BB962C8B-B14F-4D97-AF65-F5344CB8AC3E}">
        <p14:creationId xmlns:p14="http://schemas.microsoft.com/office/powerpoint/2010/main" val="3855879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2</a:t>
            </a:fld>
            <a:endParaRPr lang="en-US"/>
          </a:p>
        </p:txBody>
      </p:sp>
    </p:spTree>
    <p:extLst>
      <p:ext uri="{BB962C8B-B14F-4D97-AF65-F5344CB8AC3E}">
        <p14:creationId xmlns:p14="http://schemas.microsoft.com/office/powerpoint/2010/main" val="668436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3</a:t>
            </a:fld>
            <a:endParaRPr lang="en-US"/>
          </a:p>
        </p:txBody>
      </p:sp>
    </p:spTree>
    <p:extLst>
      <p:ext uri="{BB962C8B-B14F-4D97-AF65-F5344CB8AC3E}">
        <p14:creationId xmlns:p14="http://schemas.microsoft.com/office/powerpoint/2010/main" val="4159367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4</a:t>
            </a:fld>
            <a:endParaRPr lang="en-US"/>
          </a:p>
        </p:txBody>
      </p:sp>
    </p:spTree>
    <p:extLst>
      <p:ext uri="{BB962C8B-B14F-4D97-AF65-F5344CB8AC3E}">
        <p14:creationId xmlns:p14="http://schemas.microsoft.com/office/powerpoint/2010/main" val="2926783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5</a:t>
            </a:fld>
            <a:endParaRPr lang="en-US"/>
          </a:p>
        </p:txBody>
      </p:sp>
    </p:spTree>
    <p:extLst>
      <p:ext uri="{BB962C8B-B14F-4D97-AF65-F5344CB8AC3E}">
        <p14:creationId xmlns:p14="http://schemas.microsoft.com/office/powerpoint/2010/main" val="4202308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6</a:t>
            </a:fld>
            <a:endParaRPr lang="en-US"/>
          </a:p>
        </p:txBody>
      </p:sp>
    </p:spTree>
    <p:extLst>
      <p:ext uri="{BB962C8B-B14F-4D97-AF65-F5344CB8AC3E}">
        <p14:creationId xmlns:p14="http://schemas.microsoft.com/office/powerpoint/2010/main" val="3814698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7</a:t>
            </a:fld>
            <a:endParaRPr lang="en-US"/>
          </a:p>
        </p:txBody>
      </p:sp>
    </p:spTree>
    <p:extLst>
      <p:ext uri="{BB962C8B-B14F-4D97-AF65-F5344CB8AC3E}">
        <p14:creationId xmlns:p14="http://schemas.microsoft.com/office/powerpoint/2010/main" val="320633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8</a:t>
            </a:fld>
            <a:endParaRPr lang="en-US"/>
          </a:p>
        </p:txBody>
      </p:sp>
    </p:spTree>
    <p:extLst>
      <p:ext uri="{BB962C8B-B14F-4D97-AF65-F5344CB8AC3E}">
        <p14:creationId xmlns:p14="http://schemas.microsoft.com/office/powerpoint/2010/main" val="803605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9</a:t>
            </a:fld>
            <a:endParaRPr lang="en-US"/>
          </a:p>
        </p:txBody>
      </p:sp>
    </p:spTree>
    <p:extLst>
      <p:ext uri="{BB962C8B-B14F-4D97-AF65-F5344CB8AC3E}">
        <p14:creationId xmlns:p14="http://schemas.microsoft.com/office/powerpoint/2010/main" val="3617733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10</a:t>
            </a:fld>
            <a:endParaRPr lang="en-US"/>
          </a:p>
        </p:txBody>
      </p:sp>
    </p:spTree>
    <p:extLst>
      <p:ext uri="{BB962C8B-B14F-4D97-AF65-F5344CB8AC3E}">
        <p14:creationId xmlns:p14="http://schemas.microsoft.com/office/powerpoint/2010/main" val="1489441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11</a:t>
            </a:fld>
            <a:endParaRPr lang="en-US"/>
          </a:p>
        </p:txBody>
      </p:sp>
    </p:spTree>
    <p:extLst>
      <p:ext uri="{BB962C8B-B14F-4D97-AF65-F5344CB8AC3E}">
        <p14:creationId xmlns:p14="http://schemas.microsoft.com/office/powerpoint/2010/main" val="4046889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12</a:t>
            </a:fld>
            <a:endParaRPr lang="en-US"/>
          </a:p>
        </p:txBody>
      </p:sp>
    </p:spTree>
    <p:extLst>
      <p:ext uri="{BB962C8B-B14F-4D97-AF65-F5344CB8AC3E}">
        <p14:creationId xmlns:p14="http://schemas.microsoft.com/office/powerpoint/2010/main" val="573365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13</a:t>
            </a:fld>
            <a:endParaRPr lang="en-US"/>
          </a:p>
        </p:txBody>
      </p:sp>
    </p:spTree>
    <p:extLst>
      <p:ext uri="{BB962C8B-B14F-4D97-AF65-F5344CB8AC3E}">
        <p14:creationId xmlns:p14="http://schemas.microsoft.com/office/powerpoint/2010/main" val="2064708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14</a:t>
            </a:fld>
            <a:endParaRPr lang="en-US"/>
          </a:p>
        </p:txBody>
      </p:sp>
    </p:spTree>
    <p:extLst>
      <p:ext uri="{BB962C8B-B14F-4D97-AF65-F5344CB8AC3E}">
        <p14:creationId xmlns:p14="http://schemas.microsoft.com/office/powerpoint/2010/main" val="1372758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7FBC-ECEC-269D-215F-D162FFF9E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A30F-29AB-99C7-E2BE-399AEECB5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463D-23AF-2853-E6A0-C64FF1294087}"/>
              </a:ext>
            </a:extLst>
          </p:cNvPr>
          <p:cNvSpPr>
            <a:spLocks noGrp="1"/>
          </p:cNvSpPr>
          <p:nvPr>
            <p:ph type="body" idx="1"/>
          </p:nvPr>
        </p:nvSpPr>
        <p:spPr/>
        <p:txBody>
          <a:bodyPr/>
          <a:lstStyle/>
          <a:p>
            <a:r>
              <a:rPr lang="es-CL" sz="1200" kern="1200" dirty="0" err="1">
                <a:solidFill>
                  <a:schemeClr val="tx1"/>
                </a:solidFill>
                <a:effectLst/>
                <a:latin typeface="+mn-lt"/>
                <a:ea typeface="+mn-ea"/>
                <a:cs typeface="+mn-cs"/>
              </a:rPr>
              <a:t>Let</a:t>
            </a:r>
            <a:r>
              <a:rPr lang="es-CL" sz="1200" kern="1200" dirty="0">
                <a:solidFill>
                  <a:schemeClr val="tx1"/>
                </a:solidFill>
                <a:effectLst/>
                <a:latin typeface="+mn-lt"/>
                <a:ea typeface="+mn-ea"/>
                <a:cs typeface="+mn-cs"/>
              </a:rPr>
              <a:t> me </a:t>
            </a:r>
            <a:r>
              <a:rPr lang="es-CL" sz="1200" kern="1200" dirty="0" err="1">
                <a:solidFill>
                  <a:schemeClr val="tx1"/>
                </a:solidFill>
                <a:effectLst/>
                <a:latin typeface="+mn-lt"/>
                <a:ea typeface="+mn-ea"/>
                <a:cs typeface="+mn-cs"/>
              </a:rPr>
              <a:t>walk</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through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so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know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exactly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headed</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 </a:t>
            </a:r>
            <a:r>
              <a:rPr lang="es-CL" sz="1200" kern="1200" dirty="0" err="1">
                <a:solidFill>
                  <a:schemeClr val="tx1"/>
                </a:solidFill>
                <a:effectLst/>
                <a:latin typeface="+mn-lt"/>
                <a:ea typeface="+mn-ea"/>
                <a:cs typeface="+mn-cs"/>
              </a:rPr>
              <a:t>which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starts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today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covers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Fundamentals </a:t>
            </a:r>
            <a:r>
              <a:rPr lang="es-CL" sz="1200" kern="1200" dirty="0" err="1">
                <a:solidFill>
                  <a:schemeClr val="tx1"/>
                </a:solidFill>
                <a:effectLst/>
                <a:latin typeface="+mn-lt"/>
                <a:ea typeface="+mn-ea"/>
                <a:cs typeface="+mn-cs"/>
              </a:rPr>
              <a:t>of</a:t>
            </a:r>
            <a:r>
              <a:rPr lang="es-CL" sz="1200" kern="1200" dirty="0">
                <a:solidFill>
                  <a:schemeClr val="tx1"/>
                </a:solidFill>
                <a:effectLst/>
                <a:latin typeface="+mn-lt"/>
                <a:ea typeface="+mn-ea"/>
                <a:cs typeface="+mn-cs"/>
              </a:rPr>
              <a:t> Business </a:t>
            </a:r>
            <a:r>
              <a:rPr lang="es-CL" sz="1200" kern="1200" dirty="0" err="1">
                <a:solidFill>
                  <a:schemeClr val="tx1"/>
                </a:solidFill>
                <a:effectLst/>
                <a:latin typeface="+mn-lt"/>
                <a:ea typeface="+mn-ea"/>
                <a:cs typeface="+mn-cs"/>
              </a:rPr>
              <a:t>Intelligence</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what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works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data comes </a:t>
            </a:r>
            <a:r>
              <a:rPr lang="es-CL" sz="1200" kern="1200" dirty="0" err="1">
                <a:solidFill>
                  <a:schemeClr val="tx1"/>
                </a:solidFill>
                <a:effectLst/>
                <a:latin typeface="+mn-lt"/>
                <a:ea typeface="+mn-ea"/>
                <a:cs typeface="+mn-cs"/>
              </a:rPr>
              <a:t>from</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 </a:t>
            </a:r>
            <a:r>
              <a:rPr lang="es-CL" sz="1200" kern="1200" dirty="0" err="1">
                <a:solidFill>
                  <a:schemeClr val="tx1"/>
                </a:solidFill>
                <a:effectLst/>
                <a:latin typeface="+mn-lt"/>
                <a:ea typeface="+mn-ea"/>
                <a:cs typeface="+mn-cs"/>
              </a:rPr>
              <a:t>moves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into</a:t>
            </a:r>
            <a:r>
              <a:rPr lang="es-CL" sz="1200" kern="1200" dirty="0">
                <a:solidFill>
                  <a:schemeClr val="tx1"/>
                </a:solidFill>
                <a:effectLst/>
                <a:latin typeface="+mn-lt"/>
                <a:ea typeface="+mn-ea"/>
                <a:cs typeface="+mn-cs"/>
              </a:rPr>
              <a:t> Data </a:t>
            </a:r>
            <a:r>
              <a:rPr lang="es-CL" sz="1200" kern="1200" dirty="0" err="1">
                <a:solidFill>
                  <a:schemeClr val="tx1"/>
                </a:solidFill>
                <a:effectLst/>
                <a:latin typeface="+mn-lt"/>
                <a:ea typeface="+mn-ea"/>
                <a:cs typeface="+mn-cs"/>
              </a:rPr>
              <a:t>Preparation</a:t>
            </a:r>
            <a:r>
              <a:rPr lang="es-CL" sz="1200" kern="1200" dirty="0">
                <a:solidFill>
                  <a:schemeClr val="tx1"/>
                </a:solidFill>
                <a:effectLst/>
                <a:latin typeface="+mn-lt"/>
                <a:ea typeface="+mn-ea"/>
                <a:cs typeface="+mn-cs"/>
              </a:rPr>
              <a:t> and Predictive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 </a:t>
            </a:r>
            <a:r>
              <a:rPr lang="es-CL" sz="1200" kern="1200" dirty="0" err="1">
                <a:solidFill>
                  <a:schemeClr val="tx1"/>
                </a:solidFill>
                <a:effectLst/>
                <a:latin typeface="+mn-lt"/>
                <a:ea typeface="+mn-ea"/>
                <a:cs typeface="+mn-cs"/>
              </a:rPr>
              <a:t>this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where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get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hands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dirty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cleaning</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modeling</a:t>
            </a:r>
            <a:r>
              <a:rPr lang="es-CL" sz="1200" kern="1200" dirty="0">
                <a:solidFill>
                  <a:schemeClr val="tx1"/>
                </a:solidFill>
                <a:effectLst/>
                <a:latin typeface="+mn-lt"/>
                <a:ea typeface="+mn-ea"/>
                <a:cs typeface="+mn-cs"/>
              </a:rPr>
              <a:t> data. </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III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exciting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Advanced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Analytics</a:t>
            </a:r>
            <a:r>
              <a:rPr lang="es-CL" sz="1200" kern="1200" dirty="0">
                <a:solidFill>
                  <a:schemeClr val="tx1"/>
                </a:solidFill>
                <a:effectLst/>
                <a:latin typeface="+mn-lt"/>
                <a:ea typeface="+mn-ea"/>
                <a:cs typeface="+mn-cs"/>
              </a:rPr>
              <a:t> and Machine </a:t>
            </a:r>
            <a:r>
              <a:rPr lang="es-CL" sz="1200" kern="1200" dirty="0" err="1">
                <a:solidFill>
                  <a:schemeClr val="tx1"/>
                </a:solidFill>
                <a:effectLst/>
                <a:latin typeface="+mn-lt"/>
                <a:ea typeface="+mn-ea"/>
                <a:cs typeface="+mn-cs"/>
              </a:rPr>
              <a:t>Learning</a:t>
            </a:r>
            <a:r>
              <a:rPr lang="es-CL" sz="1200" kern="1200" dirty="0">
                <a:solidFill>
                  <a:schemeClr val="tx1"/>
                </a:solidFill>
                <a:effectLst/>
                <a:latin typeface="+mn-lt"/>
                <a:ea typeface="+mn-ea"/>
                <a:cs typeface="+mn-cs"/>
              </a:rPr>
              <a:t>. </a:t>
            </a:r>
          </a:p>
          <a:p>
            <a:endParaRPr lang="es-CL" sz="1200" kern="1200" dirty="0">
              <a:solidFill>
                <a:schemeClr val="tx1"/>
              </a:solidFill>
              <a:effectLst/>
              <a:latin typeface="+mn-lt"/>
              <a:ea typeface="+mn-ea"/>
              <a:cs typeface="+mn-cs"/>
            </a:endParaRPr>
          </a:p>
          <a:p>
            <a:r>
              <a:rPr lang="es-CL" sz="1200" kern="1200" dirty="0">
                <a:solidFill>
                  <a:schemeClr val="tx1"/>
                </a:solidFill>
                <a:effectLst/>
                <a:latin typeface="+mn-lt"/>
                <a:ea typeface="+mn-ea"/>
                <a:cs typeface="+mn-cs"/>
              </a:rPr>
              <a:t>And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IV </a:t>
            </a:r>
            <a:r>
              <a:rPr lang="es-CL" sz="1200" kern="1200" dirty="0" err="1">
                <a:solidFill>
                  <a:schemeClr val="tx1"/>
                </a:solidFill>
                <a:effectLst/>
                <a:latin typeface="+mn-lt"/>
                <a:ea typeface="+mn-ea"/>
                <a:cs typeface="+mn-cs"/>
              </a:rPr>
              <a:t>brings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all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together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 </a:t>
            </a:r>
            <a:r>
              <a:rPr lang="es-CL" sz="1200" kern="1200" dirty="0" err="1">
                <a:solidFill>
                  <a:schemeClr val="tx1"/>
                </a:solidFill>
                <a:effectLst/>
                <a:latin typeface="+mn-lt"/>
                <a:ea typeface="+mn-ea"/>
                <a:cs typeface="+mn-cs"/>
              </a:rPr>
              <a:t>focus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communicating</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insights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ethically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to</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support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decision-making</a:t>
            </a:r>
            <a:r>
              <a:rPr lang="es-CL" sz="1200" kern="1200" dirty="0">
                <a:solidFill>
                  <a:schemeClr val="tx1"/>
                </a:solidFill>
                <a:effectLst/>
                <a:latin typeface="+mn-lt"/>
                <a:ea typeface="+mn-ea"/>
                <a:cs typeface="+mn-cs"/>
              </a:rPr>
              <a:t>.</a:t>
            </a:r>
          </a:p>
          <a:p>
            <a:endParaRPr lang="es-CL" sz="1200" kern="1200" dirty="0">
              <a:solidFill>
                <a:schemeClr val="tx1"/>
              </a:solidFill>
              <a:effectLst/>
              <a:latin typeface="+mn-lt"/>
              <a:ea typeface="+mn-ea"/>
              <a:cs typeface="+mn-cs"/>
            </a:endParaRPr>
          </a:p>
          <a:p>
            <a:r>
              <a:rPr lang="es-CL" sz="1200" kern="1200" dirty="0" err="1">
                <a:solidFill>
                  <a:schemeClr val="tx1"/>
                </a:solidFill>
                <a:effectLst/>
                <a:latin typeface="+mn-lt"/>
                <a:ea typeface="+mn-ea"/>
                <a:cs typeface="+mn-cs"/>
              </a:rPr>
              <a:t>Notice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course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is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structured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like</a:t>
            </a:r>
            <a:r>
              <a:rPr lang="es-CL" sz="1200" kern="1200" dirty="0">
                <a:solidFill>
                  <a:schemeClr val="tx1"/>
                </a:solidFill>
                <a:effectLst/>
                <a:latin typeface="+mn-lt"/>
                <a:ea typeface="+mn-ea"/>
                <a:cs typeface="+mn-cs"/>
              </a:rPr>
              <a:t> a pipeline: </a:t>
            </a:r>
            <a:r>
              <a:rPr lang="es-CL" sz="1200" kern="1200" dirty="0" err="1">
                <a:solidFill>
                  <a:schemeClr val="tx1"/>
                </a:solidFill>
                <a:effectLst/>
                <a:latin typeface="+mn-lt"/>
                <a:ea typeface="+mn-ea"/>
                <a:cs typeface="+mn-cs"/>
              </a:rPr>
              <a:t>first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understand</a:t>
            </a:r>
            <a:r>
              <a:rPr lang="es-CL" sz="1200" kern="1200" dirty="0">
                <a:solidFill>
                  <a:schemeClr val="tx1"/>
                </a:solidFill>
                <a:effectLst/>
                <a:latin typeface="+mn-lt"/>
                <a:ea typeface="+mn-ea"/>
                <a:cs typeface="+mn-cs"/>
              </a:rPr>
              <a:t> BI,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prepare data, </a:t>
            </a:r>
            <a:r>
              <a:rPr lang="es-CL" sz="1200" kern="1200" dirty="0" err="1">
                <a:solidFill>
                  <a:schemeClr val="tx1"/>
                </a:solidFill>
                <a:effectLst/>
                <a:latin typeface="+mn-lt"/>
                <a:ea typeface="+mn-ea"/>
                <a:cs typeface="+mn-cs"/>
              </a:rPr>
              <a:t>then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models</a:t>
            </a:r>
            <a:r>
              <a:rPr lang="es-CL" sz="1200" kern="1200" dirty="0">
                <a:solidFill>
                  <a:schemeClr val="tx1"/>
                </a:solidFill>
                <a:effectLst/>
                <a:latin typeface="+mn-lt"/>
                <a:ea typeface="+mn-ea"/>
                <a:cs typeface="+mn-cs"/>
              </a:rPr>
              <a:t>, and </a:t>
            </a:r>
            <a:r>
              <a:rPr lang="es-CL" sz="1200" kern="1200" dirty="0" err="1">
                <a:solidFill>
                  <a:schemeClr val="tx1"/>
                </a:solidFill>
                <a:effectLst/>
                <a:latin typeface="+mn-lt"/>
                <a:ea typeface="+mn-ea"/>
                <a:cs typeface="+mn-cs"/>
              </a:rPr>
              <a:t>finally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communicate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results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unit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builds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previous</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one</a:t>
            </a:r>
            <a:r>
              <a:rPr lang="es-CL" sz="1200" kern="1200" dirty="0">
                <a:solidFill>
                  <a:schemeClr val="tx1"/>
                </a:solidFill>
                <a:effectLst/>
                <a:latin typeface="+mn-lt"/>
                <a:ea typeface="+mn-ea"/>
                <a:cs typeface="+mn-cs"/>
              </a:rPr>
              <a:t> — so </a:t>
            </a:r>
            <a:r>
              <a:rPr lang="es-CL" sz="1200" kern="1200" dirty="0" err="1">
                <a:solidFill>
                  <a:schemeClr val="tx1"/>
                </a:solidFill>
                <a:effectLst/>
                <a:latin typeface="+mn-lt"/>
                <a:ea typeface="+mn-ea"/>
                <a:cs typeface="+mn-cs"/>
              </a:rPr>
              <a:t>keeping</a:t>
            </a:r>
            <a:r>
              <a:rPr lang="es-CL" sz="1200" kern="1200" dirty="0">
                <a:solidFill>
                  <a:schemeClr val="tx1"/>
                </a:solidFill>
                <a:effectLst/>
                <a:latin typeface="+mn-lt"/>
                <a:ea typeface="+mn-ea"/>
                <a:cs typeface="+mn-cs"/>
              </a:rPr>
              <a:t> up </a:t>
            </a:r>
            <a:r>
              <a:rPr lang="es-CL" sz="1200" kern="1200" dirty="0" err="1">
                <a:solidFill>
                  <a:schemeClr val="tx1"/>
                </a:solidFill>
                <a:effectLst/>
                <a:latin typeface="+mn-lt"/>
                <a:ea typeface="+mn-ea"/>
                <a:cs typeface="+mn-cs"/>
              </a:rPr>
              <a:t>with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pace </a:t>
            </a:r>
            <a:r>
              <a:rPr lang="es-CL" sz="1200" kern="1200" dirty="0" err="1">
                <a:solidFill>
                  <a:schemeClr val="tx1"/>
                </a:solidFill>
                <a:effectLst/>
                <a:latin typeface="+mn-lt"/>
                <a:ea typeface="+mn-ea"/>
                <a:cs typeface="+mn-cs"/>
              </a:rPr>
              <a:t>really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matters</a:t>
            </a:r>
            <a:r>
              <a:rPr lang="es-CL" sz="1200" kern="1200" dirty="0">
                <a:solidFill>
                  <a:schemeClr val="tx1"/>
                </a:solidFill>
                <a:effectLst/>
                <a:latin typeface="+mn-lt"/>
                <a:ea typeface="+mn-ea"/>
                <a:cs typeface="+mn-cs"/>
              </a:rPr>
              <a:t>.</a:t>
            </a:r>
          </a:p>
          <a:p>
            <a:r>
              <a:rPr lang="es-CL" sz="1200" kern="1200" dirty="0" err="1">
                <a:solidFill>
                  <a:schemeClr val="tx1"/>
                </a:solidFill>
                <a:effectLst/>
                <a:latin typeface="+mn-lt"/>
                <a:ea typeface="+mn-ea"/>
                <a:cs typeface="+mn-cs"/>
              </a:rPr>
              <a:t>If</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any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point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feel</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lost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reach</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out</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early</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We'd</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rather</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help</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now</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than</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rescue</a:t>
            </a:r>
            <a:r>
              <a:rPr lang="es-CL" sz="1200" kern="1200" dirty="0">
                <a:solidFill>
                  <a:schemeClr val="tx1"/>
                </a:solidFill>
                <a:effectLst/>
                <a:latin typeface="+mn-lt"/>
                <a:ea typeface="+mn-ea"/>
                <a:cs typeface="+mn-cs"/>
              </a:rPr>
              <a:t> </a:t>
            </a:r>
            <a:r>
              <a:rPr lang="es-CL" sz="1200" kern="1200" dirty="0" err="1">
                <a:solidFill>
                  <a:schemeClr val="tx1"/>
                </a:solidFill>
                <a:effectLst/>
                <a:latin typeface="+mn-lt"/>
                <a:ea typeface="+mn-ea"/>
                <a:cs typeface="+mn-cs"/>
              </a:rPr>
              <a:t>you</a:t>
            </a:r>
            <a:r>
              <a:rPr lang="es-CL" sz="1200" kern="1200" dirty="0">
                <a:solidFill>
                  <a:schemeClr val="tx1"/>
                </a:solidFill>
                <a:effectLst/>
                <a:latin typeface="+mn-lt"/>
                <a:ea typeface="+mn-ea"/>
                <a:cs typeface="+mn-cs"/>
              </a:rPr>
              <a:t> at </a:t>
            </a:r>
            <a:r>
              <a:rPr lang="es-CL" sz="1200" kern="1200" dirty="0" err="1">
                <a:solidFill>
                  <a:schemeClr val="tx1"/>
                </a:solidFill>
                <a:effectLst/>
                <a:latin typeface="+mn-lt"/>
                <a:ea typeface="+mn-ea"/>
                <a:cs typeface="+mn-cs"/>
              </a:rPr>
              <a:t>the</a:t>
            </a:r>
            <a:r>
              <a:rPr lang="es-CL" sz="1200" kern="1200" dirty="0">
                <a:solidFill>
                  <a:schemeClr val="tx1"/>
                </a:solidFill>
                <a:effectLst/>
                <a:latin typeface="+mn-lt"/>
                <a:ea typeface="+mn-ea"/>
                <a:cs typeface="+mn-cs"/>
              </a:rPr>
              <a:t> final </a:t>
            </a:r>
            <a:r>
              <a:rPr lang="es-CL" sz="1200" kern="1200" dirty="0" err="1">
                <a:solidFill>
                  <a:schemeClr val="tx1"/>
                </a:solidFill>
                <a:effectLst/>
                <a:latin typeface="+mn-lt"/>
                <a:ea typeface="+mn-ea"/>
                <a:cs typeface="+mn-cs"/>
              </a:rPr>
              <a:t>exam</a:t>
            </a:r>
            <a:r>
              <a:rPr lang="es-CL" sz="120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B2B35D8-E4D1-11C6-08FD-9B4D28EB768A}"/>
              </a:ext>
            </a:extLst>
          </p:cNvPr>
          <p:cNvSpPr>
            <a:spLocks noGrp="1"/>
          </p:cNvSpPr>
          <p:nvPr>
            <p:ph type="sldNum" sz="quarter" idx="5"/>
          </p:nvPr>
        </p:nvSpPr>
        <p:spPr/>
        <p:txBody>
          <a:bodyPr/>
          <a:lstStyle/>
          <a:p>
            <a:fld id="{93DDB131-80DD-4B65-AB6A-E7BEF34656D8}" type="slidenum">
              <a:rPr lang="en-US" smtClean="0"/>
              <a:t>15</a:t>
            </a:fld>
            <a:endParaRPr lang="en-US"/>
          </a:p>
        </p:txBody>
      </p:sp>
    </p:spTree>
    <p:extLst>
      <p:ext uri="{BB962C8B-B14F-4D97-AF65-F5344CB8AC3E}">
        <p14:creationId xmlns:p14="http://schemas.microsoft.com/office/powerpoint/2010/main" val="1518863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EF62F-DE3E-FFF0-37FB-CA679E48A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2048D-FE24-36C7-23A5-EBF9374B8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BAEEE-A5EB-40CA-CA29-852D7C4291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E85DB-002B-4751-0424-68A1AC3C26E7}"/>
              </a:ext>
            </a:extLst>
          </p:cNvPr>
          <p:cNvSpPr>
            <a:spLocks noGrp="1"/>
          </p:cNvSpPr>
          <p:nvPr>
            <p:ph type="sldNum" sz="quarter" idx="5"/>
          </p:nvPr>
        </p:nvSpPr>
        <p:spPr/>
        <p:txBody>
          <a:bodyPr/>
          <a:lstStyle/>
          <a:p>
            <a:fld id="{93DDB131-80DD-4B65-AB6A-E7BEF34656D8}" type="slidenum">
              <a:rPr lang="en-US" smtClean="0"/>
              <a:t>16</a:t>
            </a:fld>
            <a:endParaRPr lang="en-US"/>
          </a:p>
        </p:txBody>
      </p:sp>
    </p:spTree>
    <p:extLst>
      <p:ext uri="{BB962C8B-B14F-4D97-AF65-F5344CB8AC3E}">
        <p14:creationId xmlns:p14="http://schemas.microsoft.com/office/powerpoint/2010/main" val="1679050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93DDB131-80DD-4B65-AB6A-E7BEF34656D8}" type="slidenum">
              <a:rPr lang="en-US" smtClean="0"/>
              <a:t>17</a:t>
            </a:fld>
            <a:endParaRPr lang="en-US"/>
          </a:p>
        </p:txBody>
      </p:sp>
    </p:spTree>
    <p:extLst>
      <p:ext uri="{BB962C8B-B14F-4D97-AF65-F5344CB8AC3E}">
        <p14:creationId xmlns:p14="http://schemas.microsoft.com/office/powerpoint/2010/main" val="363971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956C58-2B93-42E6-9CDE-9F837FD2567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05C6770-B59D-42DE-8D03-33D589292F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AE4CA293-93F0-45BC-AEED-C2C5CACB1092}"/>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5" name="Marcador de pie de página 4">
            <a:extLst>
              <a:ext uri="{FF2B5EF4-FFF2-40B4-BE49-F238E27FC236}">
                <a16:creationId xmlns:a16="http://schemas.microsoft.com/office/drawing/2014/main" id="{83C02EBB-1C18-4B40-9E89-BB182029299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43C7F92-FCE0-4C48-9DF2-E3D0BCA1487E}"/>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4145950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9B2EE1-8DA7-40DB-BA2A-E8DDD795169C}"/>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4232485-33A6-4477-BC7D-3A41A400A89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A453EC-9D11-420C-908E-46DF2A28055E}"/>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5" name="Marcador de pie de página 4">
            <a:extLst>
              <a:ext uri="{FF2B5EF4-FFF2-40B4-BE49-F238E27FC236}">
                <a16:creationId xmlns:a16="http://schemas.microsoft.com/office/drawing/2014/main" id="{C04CCEBC-7624-4694-894A-3BCD6F2A6BC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6EE914-94B8-4E83-AA9E-2A9AC0EC9FD7}"/>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2819423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0A9B43-2E43-4C05-9059-3E27F939EF6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E183005-9C20-4DB8-B2E5-A9486B397C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DE309D7-9A89-444B-887C-88C7421E3ADF}"/>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5" name="Marcador de pie de página 4">
            <a:extLst>
              <a:ext uri="{FF2B5EF4-FFF2-40B4-BE49-F238E27FC236}">
                <a16:creationId xmlns:a16="http://schemas.microsoft.com/office/drawing/2014/main" id="{35DE2309-E996-4689-B1F7-0824EC51FE4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F63F54C-4F3F-4474-AAE9-4B507FEE4514}"/>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4062289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0BB339-D80E-4259-8368-E6EFD0AB4B2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9EC2EC6-7974-418B-8E94-2C518A4F024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17D232C-B60A-4B2F-8B56-6747734AB9B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14E33A31-13D4-420A-B839-EFD089C96136}"/>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6" name="Marcador de pie de página 5">
            <a:extLst>
              <a:ext uri="{FF2B5EF4-FFF2-40B4-BE49-F238E27FC236}">
                <a16:creationId xmlns:a16="http://schemas.microsoft.com/office/drawing/2014/main" id="{A561612D-A82E-47A2-8E5C-246A0EF650A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7CA155A-9C12-4DB8-94A5-5C9661D5AD5F}"/>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3788936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5EA5D3-7BFE-4B37-BC15-D96C1E2B990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1778144-4E19-4BAB-8A10-ECBC1024E0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C3E319A-2E77-4649-88E0-0D58E193B31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6EEE07E-3A95-402D-8661-16201E634C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1DF6699-B7FF-4D87-B714-C8250A62B20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BEE464B-0630-417F-9426-6F410558770F}"/>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8" name="Marcador de pie de página 7">
            <a:extLst>
              <a:ext uri="{FF2B5EF4-FFF2-40B4-BE49-F238E27FC236}">
                <a16:creationId xmlns:a16="http://schemas.microsoft.com/office/drawing/2014/main" id="{C77230FD-F75E-477F-B6BB-A67819A5C9F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13E43BC-990E-47A6-BA74-74A253545558}"/>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2642925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EE56-0FF1-4325-8F11-27864370651C}"/>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0AB73E8B-CF14-449E-A330-FD4D55ABCF03}"/>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4" name="Marcador de pie de página 3">
            <a:extLst>
              <a:ext uri="{FF2B5EF4-FFF2-40B4-BE49-F238E27FC236}">
                <a16:creationId xmlns:a16="http://schemas.microsoft.com/office/drawing/2014/main" id="{8ED6F627-86B9-4779-8970-A1A3CB46AF3B}"/>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E597DC80-FC4F-4153-9057-8BA499A9601D}"/>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747318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FB130DF-15A9-43A4-A61D-6C64CCDD5E3C}"/>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3" name="Marcador de pie de página 2">
            <a:extLst>
              <a:ext uri="{FF2B5EF4-FFF2-40B4-BE49-F238E27FC236}">
                <a16:creationId xmlns:a16="http://schemas.microsoft.com/office/drawing/2014/main" id="{5AD7A77A-394A-45FF-B2EA-21D925C608D9}"/>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F0CFBB0A-ED7E-4EAD-88E5-61C84ED0A7EA}"/>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2385257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3349D5-CA78-4C19-9EB4-10733F9734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1F21E93-3261-4190-BBB2-63CFFB8F0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8B23267E-E1FD-429E-812B-262712FAA4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57308A0-6CCE-4FB6-A66A-8DED7B0BAE76}"/>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6" name="Marcador de pie de página 5">
            <a:extLst>
              <a:ext uri="{FF2B5EF4-FFF2-40B4-BE49-F238E27FC236}">
                <a16:creationId xmlns:a16="http://schemas.microsoft.com/office/drawing/2014/main" id="{DFB5B204-5199-4782-8ECF-05C4C88E215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9130D90-8BAD-466C-9302-791EC3935E61}"/>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3386656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9DA58-8A5F-4D02-9DF3-940B8113E0A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8BB48E5E-FD10-4615-BCE6-8B9918FFA7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189B308F-814B-41E8-AC24-6DBC51133E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21376FD-A848-4D0E-8F32-EBA087517E3F}"/>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6" name="Marcador de pie de página 5">
            <a:extLst>
              <a:ext uri="{FF2B5EF4-FFF2-40B4-BE49-F238E27FC236}">
                <a16:creationId xmlns:a16="http://schemas.microsoft.com/office/drawing/2014/main" id="{F4D63E9E-AEB2-4506-85D8-EC9CFB6AE029}"/>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A30EB25-68F2-42CC-82D9-8282F1ABEAC2}"/>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2360279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34D939-6827-460F-9BA9-D9EB24C6E1D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34BD03BF-8A22-4428-A138-4FA08538338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0C56E2E-05B1-4962-96F4-2CCBE5F221A0}"/>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5" name="Marcador de pie de página 4">
            <a:extLst>
              <a:ext uri="{FF2B5EF4-FFF2-40B4-BE49-F238E27FC236}">
                <a16:creationId xmlns:a16="http://schemas.microsoft.com/office/drawing/2014/main" id="{A8DB0A4B-301D-4744-860C-5B04C061FC7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310D734-2B34-4F48-ADFF-283348839D6F}"/>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2059593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00B3DBF-385A-45FB-BB2B-D0B84FCC153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6028EC30-4B1B-415C-9768-986A57C776C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55CE1D7-8E47-4FD0-97C8-BFECC9B42625}"/>
              </a:ext>
            </a:extLst>
          </p:cNvPr>
          <p:cNvSpPr>
            <a:spLocks noGrp="1"/>
          </p:cNvSpPr>
          <p:nvPr>
            <p:ph type="dt" sz="half" idx="10"/>
          </p:nvPr>
        </p:nvSpPr>
        <p:spPr/>
        <p:txBody>
          <a:bodyPr/>
          <a:lstStyle/>
          <a:p>
            <a:fld id="{7047CACA-0C01-43AF-89B6-7E7D04E651FD}" type="datetimeFigureOut">
              <a:rPr lang="es-CL" smtClean="0"/>
              <a:t>24-04-2026</a:t>
            </a:fld>
            <a:endParaRPr lang="es-CL"/>
          </a:p>
        </p:txBody>
      </p:sp>
      <p:sp>
        <p:nvSpPr>
          <p:cNvPr id="5" name="Marcador de pie de página 4">
            <a:extLst>
              <a:ext uri="{FF2B5EF4-FFF2-40B4-BE49-F238E27FC236}">
                <a16:creationId xmlns:a16="http://schemas.microsoft.com/office/drawing/2014/main" id="{2CDB684F-50C6-4F1D-AD98-71083DC9F90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DFC2AFA-2622-46D5-B58E-83EC2B68A7C7}"/>
              </a:ext>
            </a:extLst>
          </p:cNvPr>
          <p:cNvSpPr>
            <a:spLocks noGrp="1"/>
          </p:cNvSpPr>
          <p:nvPr>
            <p:ph type="sldNum" sz="quarter" idx="12"/>
          </p:nvPr>
        </p:nvSpPr>
        <p:spPr/>
        <p:txBody>
          <a:bodyPr/>
          <a:lstStyle/>
          <a:p>
            <a:fld id="{3179E6D1-984B-46DC-8B61-3FBD39AB2AC1}" type="slidenum">
              <a:rPr lang="es-CL" smtClean="0"/>
              <a:t>‹#›</a:t>
            </a:fld>
            <a:endParaRPr lang="es-CL"/>
          </a:p>
        </p:txBody>
      </p:sp>
    </p:spTree>
    <p:extLst>
      <p:ext uri="{BB962C8B-B14F-4D97-AF65-F5344CB8AC3E}">
        <p14:creationId xmlns:p14="http://schemas.microsoft.com/office/powerpoint/2010/main" val="2253582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168C10C-7047-4062-9ADD-90AB7D69FB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FD63B4F-A322-41B5-A16D-346326B6A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C50213B-12DA-4E71-82AD-59E1E52FDF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47CACA-0C01-43AF-89B6-7E7D04E651FD}" type="datetimeFigureOut">
              <a:rPr lang="es-CL" smtClean="0"/>
              <a:t>24-04-2026</a:t>
            </a:fld>
            <a:endParaRPr lang="es-CL"/>
          </a:p>
        </p:txBody>
      </p:sp>
      <p:sp>
        <p:nvSpPr>
          <p:cNvPr id="5" name="Marcador de pie de página 4">
            <a:extLst>
              <a:ext uri="{FF2B5EF4-FFF2-40B4-BE49-F238E27FC236}">
                <a16:creationId xmlns:a16="http://schemas.microsoft.com/office/drawing/2014/main" id="{8CEC55FC-5C84-4652-A1B2-C47F38EF5B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7E626A3-7927-4E16-9E65-034576C929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79E6D1-984B-46DC-8B61-3FBD39AB2AC1}" type="slidenum">
              <a:rPr lang="es-CL" smtClean="0"/>
              <a:t>‹#›</a:t>
            </a:fld>
            <a:endParaRPr lang="es-CL"/>
          </a:p>
        </p:txBody>
      </p:sp>
    </p:spTree>
    <p:extLst>
      <p:ext uri="{BB962C8B-B14F-4D97-AF65-F5344CB8AC3E}">
        <p14:creationId xmlns:p14="http://schemas.microsoft.com/office/powerpoint/2010/main" val="11513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D6F9E438-2579-48BA-85C0-3831D3D02693}"/>
              </a:ext>
            </a:extLst>
          </p:cNvPr>
          <p:cNvPicPr>
            <a:picLocks noChangeAspect="1"/>
          </p:cNvPicPr>
          <p:nvPr/>
        </p:nvPicPr>
        <p:blipFill>
          <a:blip r:embed="rId3"/>
          <a:stretch>
            <a:fillRect/>
          </a:stretch>
        </p:blipFill>
        <p:spPr>
          <a:xfrm>
            <a:off x="1406128" y="2417899"/>
            <a:ext cx="9980002" cy="2138249"/>
          </a:xfrm>
          <a:prstGeom prst="rect">
            <a:avLst/>
          </a:prstGeom>
        </p:spPr>
      </p:pic>
      <p:sp>
        <p:nvSpPr>
          <p:cNvPr id="7" name="CuadroTexto 6">
            <a:extLst>
              <a:ext uri="{FF2B5EF4-FFF2-40B4-BE49-F238E27FC236}">
                <a16:creationId xmlns:a16="http://schemas.microsoft.com/office/drawing/2014/main" id="{794F2F35-203D-41CB-8506-3752C0BD239E}"/>
              </a:ext>
            </a:extLst>
          </p:cNvPr>
          <p:cNvSpPr txBox="1"/>
          <p:nvPr/>
        </p:nvSpPr>
        <p:spPr>
          <a:xfrm>
            <a:off x="805870" y="3245747"/>
            <a:ext cx="10674059" cy="1107996"/>
          </a:xfrm>
          <a:prstGeom prst="rect">
            <a:avLst/>
          </a:prstGeom>
          <a:noFill/>
        </p:spPr>
        <p:txBody>
          <a:bodyPr wrap="square" rtlCol="0">
            <a:spAutoFit/>
          </a:bodyPr>
          <a:lstStyle/>
          <a:p>
            <a:pPr algn="ctr"/>
            <a:r>
              <a:rPr lang="es-CL" sz="2800" b="1" dirty="0" err="1">
                <a:latin typeface="CMU Sans Serif" panose="02000603000000000000"/>
              </a:rPr>
              <a:t>Class</a:t>
            </a:r>
            <a:r>
              <a:rPr lang="es-CL" sz="2800" b="1" dirty="0">
                <a:latin typeface="CMU Sans Serif" panose="02000603000000000000"/>
              </a:rPr>
              <a:t> 8: Machine </a:t>
            </a:r>
            <a:r>
              <a:rPr lang="es-CL" sz="2800" b="1" dirty="0" err="1">
                <a:latin typeface="CMU Sans Serif" panose="02000603000000000000"/>
              </a:rPr>
              <a:t>Learning</a:t>
            </a:r>
            <a:r>
              <a:rPr lang="es-CL" sz="2800" b="1" dirty="0">
                <a:latin typeface="CMU Sans Serif" panose="02000603000000000000"/>
              </a:rPr>
              <a:t> – </a:t>
            </a:r>
            <a:r>
              <a:rPr lang="es-CL" sz="2800" b="1" dirty="0" err="1">
                <a:latin typeface="CMU Sans Serif" panose="02000603000000000000"/>
              </a:rPr>
              <a:t>Decision</a:t>
            </a:r>
            <a:r>
              <a:rPr lang="es-CL" sz="2800" b="1" dirty="0">
                <a:latin typeface="CMU Sans Serif" panose="02000603000000000000"/>
              </a:rPr>
              <a:t> </a:t>
            </a:r>
            <a:r>
              <a:rPr lang="es-CL" sz="2800" b="1" dirty="0" err="1">
                <a:latin typeface="CMU Sans Serif" panose="02000603000000000000"/>
              </a:rPr>
              <a:t>Trees</a:t>
            </a:r>
            <a:endParaRPr lang="es-CL" sz="2800" b="1" dirty="0">
              <a:latin typeface="CMU Sans Serif" panose="02000603000000000000"/>
            </a:endParaRPr>
          </a:p>
          <a:p>
            <a:pPr algn="ctr"/>
            <a:r>
              <a:rPr lang="en-US" sz="1800" b="1" dirty="0">
                <a:effectLst/>
                <a:latin typeface="CMU Sans Serif" panose="02000603000000000000"/>
                <a:ea typeface="Arial" panose="020B0604020202020204" pitchFamily="34" charset="0"/>
              </a:rPr>
              <a:t>UNIT III: Advanced Analytics and Machine Learning Models</a:t>
            </a:r>
            <a:endParaRPr lang="es-CL" sz="2000" dirty="0">
              <a:latin typeface="CMU Sans Serif" panose="02000603000000000000"/>
              <a:ea typeface="CMU Sans Serif" panose="02000603000000000000" pitchFamily="2" charset="0"/>
              <a:cs typeface="CMU Sans Serif" panose="02000603000000000000" pitchFamily="2" charset="0"/>
            </a:endParaRPr>
          </a:p>
          <a:p>
            <a:pPr algn="ctr"/>
            <a:endParaRPr lang="es-CL" sz="20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10" name="Imagen 9">
            <a:extLst>
              <a:ext uri="{FF2B5EF4-FFF2-40B4-BE49-F238E27FC236}">
                <a16:creationId xmlns:a16="http://schemas.microsoft.com/office/drawing/2014/main" id="{96B4FB7F-A091-4C02-86D9-92C1AE799E74}"/>
              </a:ext>
            </a:extLst>
          </p:cNvPr>
          <p:cNvPicPr>
            <a:picLocks noChangeAspect="1"/>
          </p:cNvPicPr>
          <p:nvPr/>
        </p:nvPicPr>
        <p:blipFill>
          <a:blip r:embed="rId4">
            <a:grayscl/>
          </a:blip>
          <a:stretch>
            <a:fillRect/>
          </a:stretch>
        </p:blipFill>
        <p:spPr>
          <a:xfrm>
            <a:off x="-4" y="3578"/>
            <a:ext cx="12192000" cy="399042"/>
          </a:xfrm>
          <a:prstGeom prst="rect">
            <a:avLst/>
          </a:prstGeom>
        </p:spPr>
      </p:pic>
      <p:pic>
        <p:nvPicPr>
          <p:cNvPr id="12" name="Imagen 11">
            <a:extLst>
              <a:ext uri="{FF2B5EF4-FFF2-40B4-BE49-F238E27FC236}">
                <a16:creationId xmlns:a16="http://schemas.microsoft.com/office/drawing/2014/main" id="{9D372040-6CA4-4A06-9D54-3777D0D8BBE2}"/>
              </a:ext>
            </a:extLst>
          </p:cNvPr>
          <p:cNvPicPr>
            <a:picLocks noChangeAspect="1"/>
          </p:cNvPicPr>
          <p:nvPr/>
        </p:nvPicPr>
        <p:blipFill>
          <a:blip r:embed="rId5">
            <a:duotone>
              <a:prstClr val="black"/>
              <a:schemeClr val="tx2">
                <a:tint val="45000"/>
                <a:satMod val="400000"/>
              </a:schemeClr>
            </a:duotone>
          </a:blip>
          <a:stretch>
            <a:fillRect/>
          </a:stretch>
        </p:blipFill>
        <p:spPr>
          <a:xfrm>
            <a:off x="-4" y="6578525"/>
            <a:ext cx="12192000" cy="288870"/>
          </a:xfrm>
          <a:prstGeom prst="rect">
            <a:avLst/>
          </a:prstGeom>
        </p:spPr>
      </p:pic>
      <p:pic>
        <p:nvPicPr>
          <p:cNvPr id="1026" name="Picture 2" descr="Logos - Imagen UDD">
            <a:extLst>
              <a:ext uri="{FF2B5EF4-FFF2-40B4-BE49-F238E27FC236}">
                <a16:creationId xmlns:a16="http://schemas.microsoft.com/office/drawing/2014/main" id="{076CCFA2-EB6F-8536-54BC-13384D9CF1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4084" y="1324170"/>
            <a:ext cx="4100830" cy="1441698"/>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6">
            <a:extLst>
              <a:ext uri="{FF2B5EF4-FFF2-40B4-BE49-F238E27FC236}">
                <a16:creationId xmlns:a16="http://schemas.microsoft.com/office/drawing/2014/main" id="{832B43B6-E8D7-9865-7E68-C174319807ED}"/>
              </a:ext>
            </a:extLst>
          </p:cNvPr>
          <p:cNvSpPr txBox="1"/>
          <p:nvPr/>
        </p:nvSpPr>
        <p:spPr>
          <a:xfrm>
            <a:off x="3945218" y="5585882"/>
            <a:ext cx="4378563" cy="1015663"/>
          </a:xfrm>
          <a:prstGeom prst="rect">
            <a:avLst/>
          </a:prstGeom>
          <a:noFill/>
        </p:spPr>
        <p:txBody>
          <a:bodyPr wrap="square" rtlCol="0">
            <a:spAutoFit/>
          </a:bodyPr>
          <a:lstStyle/>
          <a:p>
            <a:pPr algn="ctr"/>
            <a:r>
              <a:rPr lang="es-CL" sz="2000" dirty="0">
                <a:latin typeface="CMU Sans Serif" panose="02000603000000000000" pitchFamily="2" charset="0"/>
                <a:ea typeface="CMU Sans Serif" panose="02000603000000000000" pitchFamily="2" charset="0"/>
                <a:cs typeface="CMU Sans Serif" panose="02000603000000000000" pitchFamily="2" charset="0"/>
              </a:rPr>
              <a:t>Sebastián Muñoz-Herrera, PhD.</a:t>
            </a:r>
          </a:p>
          <a:p>
            <a:pPr algn="ctr"/>
            <a:r>
              <a:rPr lang="es-CL" sz="2000" dirty="0">
                <a:latin typeface="CMU Sans Serif" panose="02000603000000000000" pitchFamily="2" charset="0"/>
                <a:ea typeface="CMU Sans Serif" panose="02000603000000000000" pitchFamily="2" charset="0"/>
                <a:cs typeface="CMU Sans Serif" panose="02000603000000000000" pitchFamily="2" charset="0"/>
              </a:rPr>
              <a:t>Héctor Hormazábal </a:t>
            </a:r>
          </a:p>
          <a:p>
            <a:pPr algn="ctr"/>
            <a:endParaRPr lang="es-CL" sz="20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6" name="Picture 2" descr="Facultad de Ingeniería UDD - YouTube">
            <a:extLst>
              <a:ext uri="{FF2B5EF4-FFF2-40B4-BE49-F238E27FC236}">
                <a16:creationId xmlns:a16="http://schemas.microsoft.com/office/drawing/2014/main" id="{0C274A01-ACE3-103C-AFB1-CF811B1EA87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090333" y="4778138"/>
            <a:ext cx="1796867" cy="1796867"/>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2">
            <a:extLst>
              <a:ext uri="{FF2B5EF4-FFF2-40B4-BE49-F238E27FC236}">
                <a16:creationId xmlns:a16="http://schemas.microsoft.com/office/drawing/2014/main" id="{22C1A953-D66F-4865-978D-6FD9CB0A38DD}"/>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Tree>
    <p:extLst>
      <p:ext uri="{BB962C8B-B14F-4D97-AF65-F5344CB8AC3E}">
        <p14:creationId xmlns:p14="http://schemas.microsoft.com/office/powerpoint/2010/main" val="3612186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74135" y="278407"/>
            <a:ext cx="11920732" cy="646331"/>
          </a:xfrm>
          <a:prstGeom prst="rect">
            <a:avLst/>
          </a:prstGeom>
          <a:noFill/>
        </p:spPr>
        <p:txBody>
          <a:bodyPr wrap="square" rtlCol="0">
            <a:spAutoFit/>
          </a:bodyPr>
          <a:lstStyle/>
          <a:p>
            <a:r>
              <a:rPr lang="en-US" sz="3600" b="1" dirty="0">
                <a:latin typeface="CMU Sans Serif" panose="02000603000000000000"/>
              </a:rPr>
              <a:t>What is a Decision Tree in ML?</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12972D4-95C9-49FD-AB8C-484345006347}"/>
                  </a:ext>
                </a:extLst>
              </p:cNvPr>
              <p:cNvSpPr txBox="1"/>
              <p:nvPr/>
            </p:nvSpPr>
            <p:spPr>
              <a:xfrm>
                <a:off x="174136" y="1173837"/>
                <a:ext cx="6266422" cy="5355312"/>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latin typeface="CMU Sans Serif" panose="02000603000000000000"/>
                  </a:rPr>
                  <a:t> </a:t>
                </a:r>
                <a:r>
                  <a:rPr lang="en-US" b="1" dirty="0"/>
                  <a:t>Supervised ML Model:</a:t>
                </a:r>
                <a:r>
                  <a:rPr lang="en-US" dirty="0"/>
                  <a:t> A predictive algorithm that learns from labeled data to map inputs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1</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𝑋</m:t>
                        </m:r>
                      </m:e>
                      <m:sub>
                        <m:r>
                          <a:rPr lang="es-MX" b="0" i="1" smtClean="0">
                            <a:latin typeface="Cambria Math" panose="02040503050406030204" pitchFamily="18" charset="0"/>
                          </a:rPr>
                          <m:t>𝑛</m:t>
                        </m:r>
                      </m:sub>
                    </m:sSub>
                  </m:oMath>
                </a14:m>
                <a:r>
                  <a:rPr lang="en-US" dirty="0"/>
                  <a:t>) to targets (</a:t>
                </a:r>
                <a14:m>
                  <m:oMath xmlns:m="http://schemas.openxmlformats.org/officeDocument/2006/math">
                    <m:r>
                      <a:rPr lang="es-MX" b="0" i="1" smtClean="0">
                        <a:latin typeface="Cambria Math" panose="02040503050406030204" pitchFamily="18" charset="0"/>
                      </a:rPr>
                      <m:t>𝑌</m:t>
                    </m:r>
                  </m:oMath>
                </a14:m>
                <a:r>
                  <a:rPr lang="en-US" dirty="0"/>
                  <a:t>).</a:t>
                </a:r>
                <a:endParaRPr lang="en-US" b="1" dirty="0">
                  <a:latin typeface="CMU Sans Serif" panose="02000603000000000000"/>
                </a:endParaRPr>
              </a:p>
              <a:p>
                <a:pPr algn="just"/>
                <a:endParaRPr lang="en-US" b="1" dirty="0">
                  <a:latin typeface="CMU Sans Serif" panose="02000603000000000000"/>
                </a:endParaRPr>
              </a:p>
              <a:p>
                <a:pPr marL="285750" indent="-285750" algn="just">
                  <a:buFont typeface="Arial" panose="020B0604020202020204" pitchFamily="34" charset="0"/>
                  <a:buChar char="•"/>
                </a:pPr>
                <a:r>
                  <a:rPr lang="en-US" b="1" dirty="0">
                    <a:latin typeface="CMU Sans Serif" panose="02000603000000000000"/>
                  </a:rPr>
                  <a:t>Geometry of Logic - Recursive Binary Partitioning:</a:t>
                </a:r>
                <a:r>
                  <a:rPr lang="en-US" dirty="0">
                    <a:latin typeface="CMU Sans Serif" panose="02000603000000000000"/>
                  </a:rPr>
                  <a:t> An iterative process that splits the data into two branches </a:t>
                </a:r>
                <a:r>
                  <a:rPr lang="en-US" b="1" dirty="0">
                    <a:solidFill>
                      <a:srgbClr val="FF0000"/>
                    </a:solidFill>
                    <a:latin typeface="CMU Sans Serif" panose="02000603000000000000"/>
                  </a:rPr>
                  <a:t>to maximize homogeneity.</a:t>
                </a:r>
              </a:p>
              <a:p>
                <a:pPr marL="285750" indent="-285750" algn="just">
                  <a:buFont typeface="Arial" panose="020B0604020202020204" pitchFamily="34" charset="0"/>
                  <a:buChar char="•"/>
                </a:pPr>
                <a:endParaRPr lang="en-US" dirty="0">
                  <a:latin typeface="CMU Sans Serif" panose="02000603000000000000"/>
                </a:endParaRPr>
              </a:p>
              <a:p>
                <a:pPr marL="285750" indent="-285750" algn="just">
                  <a:buFont typeface="Arial" panose="020B0604020202020204" pitchFamily="34" charset="0"/>
                  <a:buChar char="•"/>
                </a:pPr>
                <a:r>
                  <a:rPr lang="en-US" dirty="0">
                    <a:latin typeface="CMU Sans Serif" panose="02000603000000000000"/>
                  </a:rPr>
                  <a:t> </a:t>
                </a:r>
                <a:r>
                  <a:rPr lang="en-US" b="1" dirty="0">
                    <a:latin typeface="CMU Sans Serif" panose="02000603000000000000"/>
                  </a:rPr>
                  <a:t>Non-Parametric Model:</a:t>
                </a:r>
                <a:r>
                  <a:rPr lang="en-US" dirty="0">
                    <a:latin typeface="CMU Sans Serif" panose="02000603000000000000"/>
                  </a:rPr>
                  <a:t> No fixed mathematical formula; the model adapts its structure to the data’s "shape.“</a:t>
                </a:r>
              </a:p>
              <a:p>
                <a:pPr marL="285750" indent="-285750" algn="just">
                  <a:buFont typeface="Arial" panose="020B0604020202020204" pitchFamily="34" charset="0"/>
                  <a:buChar char="•"/>
                </a:pPr>
                <a:endParaRPr lang="en-US" dirty="0">
                  <a:latin typeface="CMU Sans Serif" panose="02000603000000000000"/>
                </a:endParaRPr>
              </a:p>
              <a:p>
                <a:pPr marL="285750" lvl="0" indent="-285750" algn="just" eaLnBrk="0" fontAlgn="base" hangingPunct="0">
                  <a:spcBef>
                    <a:spcPct val="0"/>
                  </a:spcBef>
                  <a:spcAft>
                    <a:spcPct val="0"/>
                  </a:spcAft>
                  <a:buFont typeface="Arial" panose="020B0604020202020204" pitchFamily="34" charset="0"/>
                  <a:buChar char="•"/>
                </a:pPr>
                <a:r>
                  <a:rPr lang="en-US" b="1" dirty="0">
                    <a:latin typeface="CMU Sans Serif" panose="02000603000000000000"/>
                  </a:rPr>
                  <a:t>Space Segmentation (</a:t>
                </a:r>
                <a14:m>
                  <m:oMath xmlns:m="http://schemas.openxmlformats.org/officeDocument/2006/math">
                    <m:sSup>
                      <m:sSupPr>
                        <m:ctrlPr>
                          <a:rPr lang="es-MX" b="0"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ℝ</m:t>
                        </m:r>
                      </m:e>
                      <m:sup>
                        <m:r>
                          <a:rPr lang="es-MX" b="0" i="1" smtClean="0">
                            <a:latin typeface="Cambria Math" panose="02040503050406030204" pitchFamily="18" charset="0"/>
                            <a:ea typeface="Cambria Math" panose="02040503050406030204" pitchFamily="18" charset="0"/>
                          </a:rPr>
                          <m:t>𝑛</m:t>
                        </m:r>
                      </m:sup>
                    </m:sSup>
                  </m:oMath>
                </a14:m>
                <a:r>
                  <a:rPr lang="en-US" dirty="0">
                    <a:latin typeface="CMU Sans Serif" panose="02000603000000000000"/>
                  </a:rPr>
                  <a:t>​</a:t>
                </a:r>
                <a:r>
                  <a:rPr lang="en-US" b="1" dirty="0">
                    <a:latin typeface="CMU Sans Serif" panose="02000603000000000000"/>
                  </a:rPr>
                  <a:t>): </a:t>
                </a:r>
                <a:r>
                  <a:rPr lang="en-US" altLang="en-US" b="1" dirty="0">
                    <a:latin typeface="CMU Sans Serif" panose="02000603000000000000"/>
                  </a:rPr>
                  <a:t>2D </a:t>
                </a:r>
                <a:r>
                  <a:rPr lang="en-US" altLang="en-US" dirty="0">
                    <a:latin typeface="CMU Sans Serif" panose="02000603000000000000"/>
                  </a:rPr>
                  <a:t>– Rectangles, </a:t>
                </a:r>
                <a:r>
                  <a:rPr lang="en-US" altLang="en-US" b="1" dirty="0">
                    <a:latin typeface="CMU Sans Serif" panose="02000603000000000000"/>
                  </a:rPr>
                  <a:t>3D </a:t>
                </a:r>
                <a:r>
                  <a:rPr lang="en-US" altLang="en-US" dirty="0">
                    <a:latin typeface="CMU Sans Serif" panose="02000603000000000000"/>
                  </a:rPr>
                  <a:t>- Rectangular Prisms, </a:t>
                </a:r>
                <a:r>
                  <a:rPr lang="en-US" altLang="en-US" b="1" dirty="0" err="1">
                    <a:latin typeface="CMU Sans Serif" panose="02000603000000000000"/>
                  </a:rPr>
                  <a:t>nD</a:t>
                </a:r>
                <a:r>
                  <a:rPr lang="en-US" altLang="en-US" b="1" dirty="0">
                    <a:latin typeface="CMU Sans Serif" panose="02000603000000000000"/>
                  </a:rPr>
                  <a:t>:</a:t>
                </a:r>
                <a:r>
                  <a:rPr lang="en-US" altLang="en-US" dirty="0">
                    <a:latin typeface="CMU Sans Serif" panose="02000603000000000000"/>
                  </a:rPr>
                  <a:t> Hyper-rectangles.</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latin typeface="CMU Sans Serif" panose="02000603000000000000"/>
                </a:endParaRP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CMU Sans Serif" panose="02000603000000000000"/>
                  </a:rPr>
                  <a:t> </a:t>
                </a:r>
                <a:r>
                  <a:rPr lang="en-US" b="1" dirty="0">
                    <a:latin typeface="CMU Sans Serif" panose="02000603000000000000"/>
                  </a:rPr>
                  <a:t>The tree is a translator: </a:t>
                </a:r>
                <a:r>
                  <a:rPr lang="en-US" dirty="0">
                    <a:latin typeface="CMU Sans Serif" panose="02000603000000000000"/>
                  </a:rPr>
                  <a:t>It turns an invisible high-dimensional 'hyper-cloud' of points into a transparent flowchart of logical rules (IF/ELSE).</a:t>
                </a:r>
                <a:endParaRPr lang="en-US" altLang="en-US" dirty="0">
                  <a:latin typeface="CMU Sans Serif" panose="02000603000000000000"/>
                </a:endParaRPr>
              </a:p>
              <a:p>
                <a:pPr marL="285750" indent="-285750" algn="just">
                  <a:buFont typeface="Arial" panose="020B0604020202020204" pitchFamily="34" charset="0"/>
                  <a:buChar char="•"/>
                </a:pPr>
                <a:endParaRPr lang="en-US" b="1" dirty="0">
                  <a:latin typeface="CMU Sans Serif" panose="02000603000000000000"/>
                </a:endParaRPr>
              </a:p>
              <a:p>
                <a:pPr marL="285750" indent="-285750" algn="just">
                  <a:buFont typeface="Arial" panose="020B0604020202020204" pitchFamily="34" charset="0"/>
                  <a:buChar char="•"/>
                </a:pPr>
                <a:r>
                  <a:rPr lang="en-US" b="1" dirty="0">
                    <a:latin typeface="CMU Sans Serif" panose="02000603000000000000"/>
                  </a:rPr>
                  <a:t> </a:t>
                </a:r>
                <a:r>
                  <a:rPr lang="en-US" dirty="0"/>
                  <a:t>Useful for both </a:t>
                </a:r>
                <a:r>
                  <a:rPr lang="en-US" b="1" dirty="0"/>
                  <a:t>Classification</a:t>
                </a:r>
                <a:r>
                  <a:rPr lang="en-US" dirty="0"/>
                  <a:t> (predicting labels) and </a:t>
                </a:r>
                <a:r>
                  <a:rPr lang="en-US" b="1" dirty="0"/>
                  <a:t>Regression</a:t>
                </a:r>
                <a:r>
                  <a:rPr lang="en-US" dirty="0"/>
                  <a:t> (predicting continuous values).</a:t>
                </a:r>
                <a:endParaRPr lang="en-US" b="1" dirty="0">
                  <a:latin typeface="CMU Sans Serif" panose="02000603000000000000"/>
                </a:endParaRPr>
              </a:p>
            </p:txBody>
          </p:sp>
        </mc:Choice>
        <mc:Fallback>
          <p:sp>
            <p:nvSpPr>
              <p:cNvPr id="3" name="TextBox 2">
                <a:extLst>
                  <a:ext uri="{FF2B5EF4-FFF2-40B4-BE49-F238E27FC236}">
                    <a16:creationId xmlns:a16="http://schemas.microsoft.com/office/drawing/2014/main" id="{C12972D4-95C9-49FD-AB8C-484345006347}"/>
                  </a:ext>
                </a:extLst>
              </p:cNvPr>
              <p:cNvSpPr txBox="1">
                <a:spLocks noRot="1" noChangeAspect="1" noMove="1" noResize="1" noEditPoints="1" noAdjustHandles="1" noChangeArrowheads="1" noChangeShapeType="1" noTextEdit="1"/>
              </p:cNvSpPr>
              <p:nvPr/>
            </p:nvSpPr>
            <p:spPr>
              <a:xfrm>
                <a:off x="174136" y="1173837"/>
                <a:ext cx="6266422" cy="5355312"/>
              </a:xfrm>
              <a:prstGeom prst="rect">
                <a:avLst/>
              </a:prstGeom>
              <a:blipFill>
                <a:blip r:embed="rId4"/>
                <a:stretch>
                  <a:fillRect l="-681" t="-683" r="-778" b="-911"/>
                </a:stretch>
              </a:blipFill>
            </p:spPr>
            <p:txBody>
              <a:bodyPr/>
              <a:lstStyle/>
              <a:p>
                <a:r>
                  <a:rPr lang="en-US">
                    <a:noFill/>
                  </a:rPr>
                  <a:t> </a:t>
                </a:r>
              </a:p>
            </p:txBody>
          </p:sp>
        </mc:Fallback>
      </mc:AlternateContent>
      <p:pic>
        <p:nvPicPr>
          <p:cNvPr id="1029" name="Picture 5" descr="2: Partition of X induced by the decision tree ϕ into homogeneous... |  Download Scientific Diagram">
            <a:extLst>
              <a:ext uri="{FF2B5EF4-FFF2-40B4-BE49-F238E27FC236}">
                <a16:creationId xmlns:a16="http://schemas.microsoft.com/office/drawing/2014/main" id="{63579D42-08A5-471B-9134-18D011DB8C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0133" y="1479958"/>
            <a:ext cx="5432216" cy="4651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91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74135" y="278407"/>
            <a:ext cx="11920732" cy="646331"/>
          </a:xfrm>
          <a:prstGeom prst="rect">
            <a:avLst/>
          </a:prstGeom>
          <a:noFill/>
        </p:spPr>
        <p:txBody>
          <a:bodyPr wrap="square" rtlCol="0">
            <a:spAutoFit/>
          </a:bodyPr>
          <a:lstStyle/>
          <a:p>
            <a:r>
              <a:rPr lang="en-US" sz="3600" b="1" dirty="0">
                <a:latin typeface="CMU Sans Serif" panose="02000603000000000000"/>
              </a:rPr>
              <a:t>What is a Decision Tree in ML ? Regression Problem</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3074" name="Picture 2">
            <a:extLst>
              <a:ext uri="{FF2B5EF4-FFF2-40B4-BE49-F238E27FC236}">
                <a16:creationId xmlns:a16="http://schemas.microsoft.com/office/drawing/2014/main" id="{CD205CDC-759F-45C0-A042-13806982F4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453" y="1040392"/>
            <a:ext cx="10108095" cy="5547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628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25BDD203-7A04-41B7-ABAD-BA5BBF3F20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378" y="512064"/>
            <a:ext cx="8629236" cy="6471928"/>
          </a:xfrm>
          <a:prstGeom prst="rect">
            <a:avLst/>
          </a:prstGeom>
          <a:noFill/>
          <a:extLst>
            <a:ext uri="{909E8E84-426E-40DD-AFC4-6F175D3DCCD1}">
              <a14:hiddenFill xmlns:a14="http://schemas.microsoft.com/office/drawing/2010/main">
                <a:solidFill>
                  <a:srgbClr val="FFFFFF"/>
                </a:solidFill>
              </a14:hiddenFill>
            </a:ext>
          </a:extLst>
        </p:spPr>
      </p:pic>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74135" y="278407"/>
            <a:ext cx="11920732" cy="646331"/>
          </a:xfrm>
          <a:prstGeom prst="rect">
            <a:avLst/>
          </a:prstGeom>
          <a:noFill/>
        </p:spPr>
        <p:txBody>
          <a:bodyPr wrap="square" rtlCol="0">
            <a:spAutoFit/>
          </a:bodyPr>
          <a:lstStyle/>
          <a:p>
            <a:r>
              <a:rPr lang="en-US" sz="3600" b="1" dirty="0">
                <a:latin typeface="CMU Sans Serif" panose="02000603000000000000"/>
              </a:rPr>
              <a:t>What is a Decision Tree in ML? Classification Problem</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Tree>
    <p:extLst>
      <p:ext uri="{BB962C8B-B14F-4D97-AF65-F5344CB8AC3E}">
        <p14:creationId xmlns:p14="http://schemas.microsoft.com/office/powerpoint/2010/main" val="3167192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74135" y="278407"/>
            <a:ext cx="11920732" cy="646331"/>
          </a:xfrm>
          <a:prstGeom prst="rect">
            <a:avLst/>
          </a:prstGeom>
          <a:noFill/>
        </p:spPr>
        <p:txBody>
          <a:bodyPr wrap="square" rtlCol="0">
            <a:spAutoFit/>
          </a:bodyPr>
          <a:lstStyle/>
          <a:p>
            <a:r>
              <a:rPr lang="en-US" sz="3600" b="1" dirty="0">
                <a:latin typeface="CMU Sans Serif" panose="02000603000000000000"/>
              </a:rPr>
              <a:t>Main algorithm structure - Tree Anatomy</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25867A3-B402-4065-B7E2-BFE33986D5D6}"/>
                  </a:ext>
                </a:extLst>
              </p:cNvPr>
              <p:cNvSpPr txBox="1"/>
              <p:nvPr/>
            </p:nvSpPr>
            <p:spPr>
              <a:xfrm>
                <a:off x="268356" y="1203145"/>
                <a:ext cx="11698357" cy="5633081"/>
              </a:xfrm>
              <a:prstGeom prst="rect">
                <a:avLst/>
              </a:prstGeom>
              <a:noFill/>
            </p:spPr>
            <p:txBody>
              <a:bodyPr wrap="square" rtlCol="0">
                <a:spAutoFit/>
              </a:bodyPr>
              <a:lstStyle/>
              <a:p>
                <a:pPr marL="285750" indent="-285750" algn="just">
                  <a:buFont typeface="Wingdings" panose="05000000000000000000" pitchFamily="2" charset="2"/>
                  <a:buChar char="§"/>
                </a:pPr>
                <a:r>
                  <a:rPr lang="en-US" sz="1900" b="1" dirty="0">
                    <a:solidFill>
                      <a:srgbClr val="FF0000"/>
                    </a:solidFill>
                    <a:latin typeface="CMU Sans Serif" panose="02000603000000000000"/>
                  </a:rPr>
                  <a:t>Root Node (Input):</a:t>
                </a:r>
                <a:r>
                  <a:rPr lang="en-US" sz="1900" dirty="0">
                    <a:solidFill>
                      <a:srgbClr val="FF0000"/>
                    </a:solidFill>
                    <a:latin typeface="CMU Sans Serif" panose="02000603000000000000"/>
                  </a:rPr>
                  <a:t> </a:t>
                </a:r>
                <a:r>
                  <a:rPr lang="en-US" sz="1900" dirty="0">
                    <a:latin typeface="CMU Sans Serif" panose="02000603000000000000"/>
                  </a:rPr>
                  <a:t>The entry point of the algorithm. It contains the entire dataset before any partitions are applied.</a:t>
                </a:r>
              </a:p>
              <a:p>
                <a:pPr algn="just"/>
                <a:endParaRPr lang="en-US" sz="1900" dirty="0">
                  <a:latin typeface="CMU Sans Serif" panose="02000603000000000000"/>
                </a:endParaRPr>
              </a:p>
              <a:p>
                <a:pPr marL="342900" indent="-342900" algn="just">
                  <a:buFont typeface="Wingdings" panose="05000000000000000000" pitchFamily="2" charset="2"/>
                  <a:buChar char="§"/>
                </a:pPr>
                <a:r>
                  <a:rPr lang="en-US" sz="1900" b="1" dirty="0">
                    <a:solidFill>
                      <a:schemeClr val="accent1"/>
                    </a:solidFill>
                    <a:latin typeface="CMU Sans Serif" panose="02000603000000000000"/>
                  </a:rPr>
                  <a:t>Optimal Split Selection:</a:t>
                </a:r>
                <a:r>
                  <a:rPr lang="en-US" sz="1900" dirty="0">
                    <a:solidFill>
                      <a:schemeClr val="accent1"/>
                    </a:solidFill>
                    <a:latin typeface="CMU Sans Serif" panose="02000603000000000000"/>
                  </a:rPr>
                  <a:t> </a:t>
                </a:r>
                <a:r>
                  <a:rPr lang="en-US" sz="1900" dirty="0">
                    <a:latin typeface="CMU Sans Serif" panose="02000603000000000000"/>
                  </a:rPr>
                  <a:t>At every node, the model performs an exhaustive search to find the </a:t>
                </a:r>
                <a:r>
                  <a:rPr lang="en-US" sz="1900" b="1" dirty="0">
                    <a:latin typeface="CMU Sans Serif" panose="02000603000000000000"/>
                  </a:rPr>
                  <a:t>best parameters </a:t>
                </a:r>
                <a14:m>
                  <m:oMath xmlns:m="http://schemas.openxmlformats.org/officeDocument/2006/math">
                    <m:sSup>
                      <m:sSupPr>
                        <m:ctrlPr>
                          <a:rPr lang="es-MX" sz="1900" b="0" i="1" smtClean="0">
                            <a:latin typeface="Cambria Math" panose="02040503050406030204" pitchFamily="18" charset="0"/>
                            <a:ea typeface="Cambria Math" panose="02040503050406030204" pitchFamily="18" charset="0"/>
                          </a:rPr>
                        </m:ctrlPr>
                      </m:sSupPr>
                      <m:e>
                        <m:r>
                          <a:rPr lang="en-US" sz="1900" i="1" smtClean="0">
                            <a:latin typeface="Cambria Math" panose="02040503050406030204" pitchFamily="18" charset="0"/>
                            <a:ea typeface="Cambria Math" panose="02040503050406030204" pitchFamily="18" charset="0"/>
                          </a:rPr>
                          <m:t>𝜃</m:t>
                        </m:r>
                      </m:e>
                      <m:sup>
                        <m:r>
                          <a:rPr lang="es-MX" sz="1900" b="0" i="1" smtClean="0">
                            <a:latin typeface="Cambria Math" panose="02040503050406030204" pitchFamily="18" charset="0"/>
                            <a:ea typeface="Cambria Math" panose="02040503050406030204" pitchFamily="18" charset="0"/>
                          </a:rPr>
                          <m:t>∗</m:t>
                        </m:r>
                      </m:sup>
                    </m:sSup>
                    <m:r>
                      <a:rPr lang="es-MX" sz="1900" b="0" i="1" smtClean="0">
                        <a:latin typeface="Cambria Math" panose="02040503050406030204" pitchFamily="18" charset="0"/>
                        <a:ea typeface="Cambria Math" panose="02040503050406030204" pitchFamily="18" charset="0"/>
                      </a:rPr>
                      <m:t>=(</m:t>
                    </m:r>
                    <m:r>
                      <a:rPr lang="es-MX" sz="1900" b="0" i="1" smtClean="0">
                        <a:latin typeface="Cambria Math" panose="02040503050406030204" pitchFamily="18" charset="0"/>
                        <a:ea typeface="Cambria Math" panose="02040503050406030204" pitchFamily="18" charset="0"/>
                      </a:rPr>
                      <m:t>𝑗</m:t>
                    </m:r>
                    <m:r>
                      <a:rPr lang="es-MX" sz="1900" b="0" i="1" smtClean="0">
                        <a:latin typeface="Cambria Math" panose="02040503050406030204" pitchFamily="18" charset="0"/>
                        <a:ea typeface="Cambria Math" panose="02040503050406030204" pitchFamily="18" charset="0"/>
                      </a:rPr>
                      <m:t>,</m:t>
                    </m:r>
                    <m:r>
                      <a:rPr lang="es-MX" sz="1900" b="0" i="1" smtClean="0">
                        <a:latin typeface="Cambria Math" panose="02040503050406030204" pitchFamily="18" charset="0"/>
                        <a:ea typeface="Cambria Math" panose="02040503050406030204" pitchFamily="18" charset="0"/>
                      </a:rPr>
                      <m:t>𝑠</m:t>
                    </m:r>
                    <m:r>
                      <a:rPr lang="es-MX" sz="1900" b="0" i="1" smtClean="0">
                        <a:latin typeface="Cambria Math" panose="02040503050406030204" pitchFamily="18" charset="0"/>
                        <a:ea typeface="Cambria Math" panose="02040503050406030204" pitchFamily="18" charset="0"/>
                      </a:rPr>
                      <m:t>)</m:t>
                    </m:r>
                  </m:oMath>
                </a14:m>
                <a:r>
                  <a:rPr lang="en-US" sz="1900" dirty="0">
                    <a:latin typeface="CMU Sans Serif" panose="02000603000000000000"/>
                  </a:rPr>
                  <a:t>.</a:t>
                </a:r>
              </a:p>
              <a:p>
                <a:pPr algn="just"/>
                <a:endParaRPr lang="en-US" sz="1900" dirty="0">
                  <a:latin typeface="CMU Sans Serif" panose="02000603000000000000"/>
                </a:endParaRPr>
              </a:p>
              <a:p>
                <a:pPr algn="just"/>
                <a:r>
                  <a:rPr lang="en-US" sz="1900" b="1" dirty="0">
                    <a:latin typeface="CMU Sans Serif" panose="02000603000000000000"/>
                  </a:rPr>
                  <a:t>Feature </a:t>
                </a:r>
                <a:r>
                  <a:rPr lang="en-US" sz="1900" dirty="0">
                    <a:latin typeface="CMU Sans Serif" panose="02000603000000000000"/>
                  </a:rPr>
                  <a:t>(</a:t>
                </a:r>
                <a14:m>
                  <m:oMath xmlns:m="http://schemas.openxmlformats.org/officeDocument/2006/math">
                    <m:r>
                      <a:rPr lang="es-MX" sz="1900" b="0" i="1" smtClean="0">
                        <a:latin typeface="Cambria Math" panose="02040503050406030204" pitchFamily="18" charset="0"/>
                        <a:ea typeface="Cambria Math" panose="02040503050406030204" pitchFamily="18" charset="0"/>
                      </a:rPr>
                      <m:t>𝑗</m:t>
                    </m:r>
                  </m:oMath>
                </a14:m>
                <a:r>
                  <a:rPr lang="en-US" sz="1900" dirty="0">
                    <a:latin typeface="CMU Sans Serif" panose="02000603000000000000"/>
                  </a:rPr>
                  <a:t>): The index of the variable </a:t>
                </a:r>
                <a14:m>
                  <m:oMath xmlns:m="http://schemas.openxmlformats.org/officeDocument/2006/math">
                    <m:sSub>
                      <m:sSubPr>
                        <m:ctrlPr>
                          <a:rPr lang="es-MX" sz="1900" b="0" i="1" smtClean="0">
                            <a:latin typeface="Cambria Math" panose="02040503050406030204" pitchFamily="18" charset="0"/>
                            <a:ea typeface="Cambria Math" panose="02040503050406030204" pitchFamily="18" charset="0"/>
                          </a:rPr>
                        </m:ctrlPr>
                      </m:sSubPr>
                      <m:e>
                        <m:r>
                          <a:rPr lang="es-MX" sz="1900" b="0" i="1" smtClean="0">
                            <a:latin typeface="Cambria Math" panose="02040503050406030204" pitchFamily="18" charset="0"/>
                            <a:ea typeface="Cambria Math" panose="02040503050406030204" pitchFamily="18" charset="0"/>
                          </a:rPr>
                          <m:t>𝑋</m:t>
                        </m:r>
                      </m:e>
                      <m:sub>
                        <m:r>
                          <a:rPr lang="es-MX" sz="1900" b="0" i="1" smtClean="0">
                            <a:latin typeface="Cambria Math" panose="02040503050406030204" pitchFamily="18" charset="0"/>
                            <a:ea typeface="Cambria Math" panose="02040503050406030204" pitchFamily="18" charset="0"/>
                          </a:rPr>
                          <m:t>𝑗</m:t>
                        </m:r>
                      </m:sub>
                    </m:sSub>
                  </m:oMath>
                </a14:m>
                <a:r>
                  <a:rPr lang="en-US" sz="1900" dirty="0">
                    <a:latin typeface="CMU Sans Serif" panose="02000603000000000000"/>
                  </a:rPr>
                  <a:t>​ that best separates the classes or values.</a:t>
                </a:r>
              </a:p>
              <a:p>
                <a:pPr algn="just"/>
                <a:r>
                  <a:rPr lang="en-US" sz="1900" b="1" dirty="0">
                    <a:latin typeface="CMU Sans Serif" panose="02000603000000000000"/>
                  </a:rPr>
                  <a:t>Threshold </a:t>
                </a:r>
                <a:r>
                  <a:rPr lang="en-US" sz="1900" dirty="0">
                    <a:latin typeface="CMU Sans Serif" panose="02000603000000000000"/>
                  </a:rPr>
                  <a:t>(</a:t>
                </a:r>
                <a14:m>
                  <m:oMath xmlns:m="http://schemas.openxmlformats.org/officeDocument/2006/math">
                    <m:r>
                      <a:rPr lang="es-MX" sz="1900" b="0" i="1" smtClean="0">
                        <a:latin typeface="Cambria Math" panose="02040503050406030204" pitchFamily="18" charset="0"/>
                      </a:rPr>
                      <m:t>𝑠</m:t>
                    </m:r>
                  </m:oMath>
                </a14:m>
                <a:r>
                  <a:rPr lang="en-US" sz="1900" dirty="0">
                    <a:latin typeface="CMU Sans Serif" panose="02000603000000000000"/>
                  </a:rPr>
                  <a:t>): The exact point of bisection within the range of </a:t>
                </a:r>
                <a14:m>
                  <m:oMath xmlns:m="http://schemas.openxmlformats.org/officeDocument/2006/math">
                    <m:sSub>
                      <m:sSubPr>
                        <m:ctrlPr>
                          <a:rPr lang="es-MX" sz="1900" b="0" i="1" smtClean="0">
                            <a:latin typeface="Cambria Math" panose="02040503050406030204" pitchFamily="18" charset="0"/>
                          </a:rPr>
                        </m:ctrlPr>
                      </m:sSubPr>
                      <m:e>
                        <m:r>
                          <a:rPr lang="es-MX" sz="1900" b="0" i="1" smtClean="0">
                            <a:latin typeface="Cambria Math" panose="02040503050406030204" pitchFamily="18" charset="0"/>
                          </a:rPr>
                          <m:t>𝑋</m:t>
                        </m:r>
                      </m:e>
                      <m:sub>
                        <m:r>
                          <a:rPr lang="es-MX" sz="1900" b="0" i="1" smtClean="0">
                            <a:latin typeface="Cambria Math" panose="02040503050406030204" pitchFamily="18" charset="0"/>
                          </a:rPr>
                          <m:t>𝑗</m:t>
                        </m:r>
                      </m:sub>
                    </m:sSub>
                  </m:oMath>
                </a14:m>
                <a:r>
                  <a:rPr lang="en-US" sz="1900" dirty="0">
                    <a:latin typeface="CMU Sans Serif" panose="02000603000000000000"/>
                  </a:rPr>
                  <a:t>.</a:t>
                </a:r>
              </a:p>
              <a:p>
                <a:pPr algn="just"/>
                <a:endParaRPr lang="en-US" sz="1900" dirty="0">
                  <a:latin typeface="CMU Sans Serif" panose="02000603000000000000"/>
                </a:endParaRPr>
              </a:p>
              <a:p>
                <a:pPr marL="342900" indent="-342900" algn="just">
                  <a:buFont typeface="Wingdings" panose="05000000000000000000" pitchFamily="2" charset="2"/>
                  <a:buChar char="§"/>
                </a:pPr>
                <a:r>
                  <a:rPr lang="en-US" sz="1900" b="1" dirty="0">
                    <a:solidFill>
                      <a:schemeClr val="accent1"/>
                    </a:solidFill>
                    <a:latin typeface="CMU Sans Serif" panose="02000603000000000000"/>
                  </a:rPr>
                  <a:t>The Partition Rule:</a:t>
                </a:r>
                <a:r>
                  <a:rPr lang="en-US" sz="1900" dirty="0">
                    <a:solidFill>
                      <a:schemeClr val="accent1"/>
                    </a:solidFill>
                    <a:latin typeface="CMU Sans Serif" panose="02000603000000000000"/>
                  </a:rPr>
                  <a:t> </a:t>
                </a:r>
                <a:r>
                  <a:rPr lang="en-US" sz="1900" dirty="0">
                    <a:latin typeface="CMU Sans Serif" panose="02000603000000000000"/>
                  </a:rPr>
                  <a:t>The space is divided into two disjoint subsets (child nodes): </a:t>
                </a:r>
              </a:p>
              <a:p>
                <a:pPr algn="ctr"/>
                <a:endParaRPr lang="en-US" sz="1900" dirty="0">
                  <a:latin typeface="CMU Sans Serif" panose="02000603000000000000"/>
                </a:endParaRPr>
              </a:p>
              <a:p>
                <a:pPr algn="ctr"/>
                <a14:m>
                  <m:oMath xmlns:m="http://schemas.openxmlformats.org/officeDocument/2006/math">
                    <m:r>
                      <a:rPr lang="es-MX" sz="1900" b="0" i="1" smtClean="0">
                        <a:latin typeface="Cambria Math" panose="02040503050406030204" pitchFamily="18" charset="0"/>
                      </a:rPr>
                      <m:t>𝐿</m:t>
                    </m:r>
                    <m:d>
                      <m:dPr>
                        <m:ctrlPr>
                          <a:rPr lang="es-MX" sz="1900" b="0" i="1" smtClean="0">
                            <a:latin typeface="Cambria Math" panose="02040503050406030204" pitchFamily="18" charset="0"/>
                          </a:rPr>
                        </m:ctrlPr>
                      </m:dPr>
                      <m:e>
                        <m:r>
                          <a:rPr lang="es-MX" sz="1900" b="0" i="1" smtClean="0">
                            <a:latin typeface="Cambria Math" panose="02040503050406030204" pitchFamily="18" charset="0"/>
                          </a:rPr>
                          <m:t>𝑗</m:t>
                        </m:r>
                        <m:r>
                          <a:rPr lang="es-MX" sz="1900" b="0" i="1" smtClean="0">
                            <a:latin typeface="Cambria Math" panose="02040503050406030204" pitchFamily="18" charset="0"/>
                          </a:rPr>
                          <m:t>,</m:t>
                        </m:r>
                        <m:r>
                          <a:rPr lang="es-MX" sz="1900" b="0" i="1" smtClean="0">
                            <a:latin typeface="Cambria Math" panose="02040503050406030204" pitchFamily="18" charset="0"/>
                          </a:rPr>
                          <m:t>𝑠</m:t>
                        </m:r>
                      </m:e>
                    </m:d>
                    <m:r>
                      <a:rPr lang="es-MX" sz="1900" b="0" i="1" smtClean="0">
                        <a:latin typeface="Cambria Math" panose="02040503050406030204" pitchFamily="18" charset="0"/>
                      </a:rPr>
                      <m:t>= </m:t>
                    </m:r>
                  </m:oMath>
                </a14:m>
                <a:r>
                  <a:rPr lang="en-US" sz="1900" dirty="0">
                    <a:latin typeface="CMU Sans Serif" panose="02000603000000000000"/>
                  </a:rPr>
                  <a:t>All samples where </a:t>
                </a:r>
                <a14:m>
                  <m:oMath xmlns:m="http://schemas.openxmlformats.org/officeDocument/2006/math">
                    <m:sSub>
                      <m:sSubPr>
                        <m:ctrlPr>
                          <a:rPr lang="es-MX" sz="1900" b="0" i="1" smtClean="0">
                            <a:latin typeface="Cambria Math" panose="02040503050406030204" pitchFamily="18" charset="0"/>
                          </a:rPr>
                        </m:ctrlPr>
                      </m:sSubPr>
                      <m:e>
                        <m:r>
                          <a:rPr lang="es-MX" sz="1900" b="0" i="1" smtClean="0">
                            <a:latin typeface="Cambria Math" panose="02040503050406030204" pitchFamily="18" charset="0"/>
                          </a:rPr>
                          <m:t>𝑋</m:t>
                        </m:r>
                      </m:e>
                      <m:sub>
                        <m:r>
                          <a:rPr lang="es-MX" sz="1900" b="0" i="1" smtClean="0">
                            <a:latin typeface="Cambria Math" panose="02040503050406030204" pitchFamily="18" charset="0"/>
                          </a:rPr>
                          <m:t>𝑗</m:t>
                        </m:r>
                      </m:sub>
                    </m:sSub>
                    <m:r>
                      <a:rPr lang="es-MX" sz="1900" b="0" i="1" smtClean="0">
                        <a:latin typeface="Cambria Math" panose="02040503050406030204" pitchFamily="18" charset="0"/>
                      </a:rPr>
                      <m:t>≤</m:t>
                    </m:r>
                    <m:r>
                      <a:rPr lang="es-MX" sz="1900" b="0" i="1" smtClean="0">
                        <a:latin typeface="Cambria Math" panose="02040503050406030204" pitchFamily="18" charset="0"/>
                      </a:rPr>
                      <m:t>𝑠</m:t>
                    </m:r>
                  </m:oMath>
                </a14:m>
                <a:r>
                  <a:rPr lang="en-US" sz="1900" dirty="0">
                    <a:latin typeface="CMU Sans Serif" panose="02000603000000000000"/>
                  </a:rPr>
                  <a:t>                                 </a:t>
                </a:r>
                <a14:m>
                  <m:oMath xmlns:m="http://schemas.openxmlformats.org/officeDocument/2006/math">
                    <m:r>
                      <a:rPr lang="es-MX" sz="1900" b="0" i="1" smtClean="0">
                        <a:latin typeface="Cambria Math" panose="02040503050406030204" pitchFamily="18" charset="0"/>
                      </a:rPr>
                      <m:t>𝑅</m:t>
                    </m:r>
                    <m:d>
                      <m:dPr>
                        <m:ctrlPr>
                          <a:rPr lang="es-MX" sz="1900" i="1">
                            <a:latin typeface="Cambria Math" panose="02040503050406030204" pitchFamily="18" charset="0"/>
                          </a:rPr>
                        </m:ctrlPr>
                      </m:dPr>
                      <m:e>
                        <m:r>
                          <a:rPr lang="es-MX" sz="1900" i="1">
                            <a:latin typeface="Cambria Math" panose="02040503050406030204" pitchFamily="18" charset="0"/>
                          </a:rPr>
                          <m:t>𝑗</m:t>
                        </m:r>
                        <m:r>
                          <a:rPr lang="es-MX" sz="1900" i="1">
                            <a:latin typeface="Cambria Math" panose="02040503050406030204" pitchFamily="18" charset="0"/>
                          </a:rPr>
                          <m:t>,</m:t>
                        </m:r>
                        <m:r>
                          <a:rPr lang="es-MX" sz="1900" i="1">
                            <a:latin typeface="Cambria Math" panose="02040503050406030204" pitchFamily="18" charset="0"/>
                          </a:rPr>
                          <m:t>𝑠</m:t>
                        </m:r>
                      </m:e>
                    </m:d>
                    <m:r>
                      <a:rPr lang="es-MX" sz="1900" i="1">
                        <a:latin typeface="Cambria Math" panose="02040503050406030204" pitchFamily="18" charset="0"/>
                      </a:rPr>
                      <m:t>= </m:t>
                    </m:r>
                  </m:oMath>
                </a14:m>
                <a:r>
                  <a:rPr lang="en-US" sz="1900" dirty="0">
                    <a:latin typeface="CMU Sans Serif" panose="02000603000000000000"/>
                  </a:rPr>
                  <a:t>All samples where </a:t>
                </a:r>
                <a14:m>
                  <m:oMath xmlns:m="http://schemas.openxmlformats.org/officeDocument/2006/math">
                    <m:sSub>
                      <m:sSubPr>
                        <m:ctrlPr>
                          <a:rPr lang="es-MX" sz="1900" i="1">
                            <a:latin typeface="Cambria Math" panose="02040503050406030204" pitchFamily="18" charset="0"/>
                          </a:rPr>
                        </m:ctrlPr>
                      </m:sSubPr>
                      <m:e>
                        <m:r>
                          <a:rPr lang="es-MX" sz="1900" i="1">
                            <a:latin typeface="Cambria Math" panose="02040503050406030204" pitchFamily="18" charset="0"/>
                          </a:rPr>
                          <m:t>𝑋</m:t>
                        </m:r>
                      </m:e>
                      <m:sub>
                        <m:r>
                          <a:rPr lang="es-MX" sz="1900" i="1">
                            <a:latin typeface="Cambria Math" panose="02040503050406030204" pitchFamily="18" charset="0"/>
                          </a:rPr>
                          <m:t>𝑗</m:t>
                        </m:r>
                      </m:sub>
                    </m:sSub>
                    <m:r>
                      <a:rPr lang="es-MX" sz="1900" b="0" i="1" smtClean="0">
                        <a:latin typeface="Cambria Math" panose="02040503050406030204" pitchFamily="18" charset="0"/>
                      </a:rPr>
                      <m:t>&gt;</m:t>
                    </m:r>
                    <m:r>
                      <a:rPr lang="es-MX" sz="1900" b="0" i="1" smtClean="0">
                        <a:latin typeface="Cambria Math" panose="02040503050406030204" pitchFamily="18" charset="0"/>
                      </a:rPr>
                      <m:t>𝑠</m:t>
                    </m:r>
                  </m:oMath>
                </a14:m>
                <a:r>
                  <a:rPr lang="en-US" sz="1900" dirty="0">
                    <a:latin typeface="CMU Sans Serif" panose="02000603000000000000"/>
                  </a:rPr>
                  <a:t>.</a:t>
                </a:r>
              </a:p>
              <a:p>
                <a:pPr marL="285750" indent="-285750" algn="just">
                  <a:buFont typeface="Wingdings" panose="05000000000000000000" pitchFamily="2" charset="2"/>
                  <a:buChar char="§"/>
                </a:pPr>
                <a:r>
                  <a:rPr lang="en-US" b="1" dirty="0">
                    <a:solidFill>
                      <a:schemeClr val="accent1"/>
                    </a:solidFill>
                  </a:rPr>
                  <a:t>Internal Nodes:</a:t>
                </a:r>
                <a:r>
                  <a:rPr lang="en-US" dirty="0">
                    <a:solidFill>
                      <a:schemeClr val="accent1"/>
                    </a:solidFill>
                  </a:rPr>
                  <a:t> </a:t>
                </a:r>
                <a:r>
                  <a:rPr lang="en-US" dirty="0"/>
                  <a:t>Intermediate checkpoints that store the local </a:t>
                </a:r>
                <a14:m>
                  <m:oMath xmlns:m="http://schemas.openxmlformats.org/officeDocument/2006/math">
                    <m:r>
                      <a:rPr lang="es-MX" sz="1800" b="0" i="0"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𝑗</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𝑠</m:t>
                    </m:r>
                    <m:r>
                      <a:rPr lang="es-MX" sz="1800" b="0" i="1" smtClean="0">
                        <a:latin typeface="Cambria Math" panose="02040503050406030204" pitchFamily="18" charset="0"/>
                        <a:ea typeface="Cambria Math" panose="02040503050406030204" pitchFamily="18" charset="0"/>
                      </a:rPr>
                      <m:t>)</m:t>
                    </m:r>
                  </m:oMath>
                </a14:m>
                <a:r>
                  <a:rPr lang="en-US" dirty="0"/>
                  <a:t> decision logic. They represent the "nested" nature of the model.</a:t>
                </a:r>
              </a:p>
              <a:p>
                <a:pPr marL="285750" indent="-285750" algn="just">
                  <a:buFont typeface="Arial" panose="020B0604020202020204" pitchFamily="34" charset="0"/>
                  <a:buChar char="•"/>
                </a:pPr>
                <a:endParaRPr lang="en-US" dirty="0">
                  <a:latin typeface="CMU Sans Serif" panose="02000603000000000000"/>
                </a:endParaRPr>
              </a:p>
              <a:p>
                <a:pPr marL="285750" indent="-285750" algn="just">
                  <a:buFont typeface="Wingdings" panose="05000000000000000000" pitchFamily="2" charset="2"/>
                  <a:buChar char="§"/>
                </a:pPr>
                <a:r>
                  <a:rPr lang="en-US" b="1" dirty="0">
                    <a:solidFill>
                      <a:schemeClr val="accent5">
                        <a:lumMod val="75000"/>
                      </a:schemeClr>
                    </a:solidFill>
                    <a:latin typeface="CMU Sans Serif" panose="02000603000000000000"/>
                  </a:rPr>
                  <a:t>Leaf nodes: </a:t>
                </a:r>
                <a:r>
                  <a:rPr lang="en-US" dirty="0">
                    <a:latin typeface="CMU Sans Serif" panose="02000603000000000000"/>
                  </a:rPr>
                  <a:t>Terminal regions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𝑅</m:t>
                        </m:r>
                      </m:e>
                      <m:sub>
                        <m:r>
                          <a:rPr lang="es-MX" b="0" i="1" smtClean="0">
                            <a:latin typeface="Cambria Math" panose="02040503050406030204" pitchFamily="18" charset="0"/>
                          </a:rPr>
                          <m:t>𝑚</m:t>
                        </m:r>
                      </m:sub>
                    </m:sSub>
                  </m:oMath>
                </a14:m>
                <a:r>
                  <a:rPr lang="en-US" dirty="0">
                    <a:latin typeface="CMU Sans Serif" panose="02000603000000000000"/>
                  </a:rPr>
                  <a:t> where the search stops.</a:t>
                </a:r>
              </a:p>
              <a:p>
                <a:pPr marL="285750" indent="-285750" algn="just">
                  <a:buFont typeface="Wingdings" panose="05000000000000000000" pitchFamily="2" charset="2"/>
                  <a:buChar char="§"/>
                </a:pPr>
                <a:endParaRPr lang="en-US" dirty="0">
                  <a:latin typeface="CMU Sans Serif" panose="02000603000000000000"/>
                </a:endParaRPr>
              </a:p>
              <a:p>
                <a:pPr algn="ctr"/>
                <a:r>
                  <a:rPr lang="en-US" b="1" dirty="0">
                    <a:solidFill>
                      <a:srgbClr val="FF0000"/>
                    </a:solidFill>
                    <a:latin typeface="CMU Sans Serif" panose="02000603000000000000"/>
                  </a:rPr>
                  <a:t>Prediction (Regression): </a:t>
                </a:r>
                <a14:m>
                  <m:oMath xmlns:m="http://schemas.openxmlformats.org/officeDocument/2006/math">
                    <m:r>
                      <a:rPr lang="es-MX" i="1">
                        <a:latin typeface="Cambria Math" panose="02040503050406030204" pitchFamily="18" charset="0"/>
                      </a:rPr>
                      <m:t>𝑚</m:t>
                    </m:r>
                    <m:r>
                      <a:rPr lang="es-MX" b="0" i="1" smtClean="0">
                        <a:latin typeface="Cambria Math" panose="02040503050406030204" pitchFamily="18" charset="0"/>
                      </a:rPr>
                      <m:t>𝑜𝑑𝑒</m:t>
                    </m:r>
                    <m:r>
                      <a:rPr lang="es-MX" i="1">
                        <a:latin typeface="Cambria Math" panose="02040503050406030204" pitchFamily="18" charset="0"/>
                      </a:rPr>
                      <m:t>(</m:t>
                    </m:r>
                    <m:r>
                      <a:rPr lang="es-MX" i="1">
                        <a:latin typeface="Cambria Math" panose="02040503050406030204" pitchFamily="18" charset="0"/>
                      </a:rPr>
                      <m:t>𝑦</m:t>
                    </m:r>
                    <m:r>
                      <a:rPr lang="es-MX" i="1">
                        <a:latin typeface="Cambria Math" panose="02040503050406030204" pitchFamily="18" charset="0"/>
                      </a:rPr>
                      <m:t>∈</m:t>
                    </m:r>
                    <m:sSub>
                      <m:sSubPr>
                        <m:ctrlPr>
                          <a:rPr lang="es-MX" i="1">
                            <a:latin typeface="Cambria Math" panose="02040503050406030204" pitchFamily="18" charset="0"/>
                          </a:rPr>
                        </m:ctrlPr>
                      </m:sSubPr>
                      <m:e>
                        <m:r>
                          <a:rPr lang="es-MX" i="1">
                            <a:latin typeface="Cambria Math" panose="02040503050406030204" pitchFamily="18" charset="0"/>
                          </a:rPr>
                          <m:t>𝑅</m:t>
                        </m:r>
                      </m:e>
                      <m:sub>
                        <m:r>
                          <a:rPr lang="es-MX" i="1">
                            <a:latin typeface="Cambria Math" panose="02040503050406030204" pitchFamily="18" charset="0"/>
                          </a:rPr>
                          <m:t>𝑚</m:t>
                        </m:r>
                      </m:sub>
                    </m:sSub>
                    <m:r>
                      <a:rPr lang="es-MX" i="1">
                        <a:latin typeface="Cambria Math" panose="02040503050406030204" pitchFamily="18" charset="0"/>
                      </a:rPr>
                      <m:t>)</m:t>
                    </m:r>
                  </m:oMath>
                </a14:m>
                <a:r>
                  <a:rPr lang="en-US" dirty="0">
                    <a:latin typeface="CMU Sans Serif" panose="02000603000000000000"/>
                  </a:rPr>
                  <a:t>   </a:t>
                </a:r>
                <a:r>
                  <a:rPr lang="en-US" b="1" dirty="0">
                    <a:solidFill>
                      <a:srgbClr val="FF0000"/>
                    </a:solidFill>
                    <a:latin typeface="CMU Sans Serif" panose="02000603000000000000"/>
                  </a:rPr>
                  <a:t>Prediction (Classification): </a:t>
                </a:r>
                <a14:m>
                  <m:oMath xmlns:m="http://schemas.openxmlformats.org/officeDocument/2006/math">
                    <m:r>
                      <a:rPr lang="es-MX" sz="1800" b="0" i="1" smtClean="0">
                        <a:latin typeface="Cambria Math" panose="02040503050406030204" pitchFamily="18" charset="0"/>
                      </a:rPr>
                      <m:t>𝑚𝑒𝑎𝑛</m:t>
                    </m:r>
                    <m:r>
                      <a:rPr lang="es-MX" sz="1800" b="0" i="1" smtClean="0">
                        <a:latin typeface="Cambria Math" panose="02040503050406030204" pitchFamily="18" charset="0"/>
                      </a:rPr>
                      <m:t>(</m:t>
                    </m:r>
                    <m:r>
                      <a:rPr lang="es-MX" sz="1800" b="0" i="1" smtClean="0">
                        <a:latin typeface="Cambria Math" panose="02040503050406030204" pitchFamily="18" charset="0"/>
                      </a:rPr>
                      <m:t>𝑦</m:t>
                    </m:r>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𝑅</m:t>
                        </m:r>
                      </m:e>
                      <m:sub>
                        <m:r>
                          <a:rPr lang="es-MX" sz="1800" b="0" i="1" smtClean="0">
                            <a:latin typeface="Cambria Math" panose="02040503050406030204" pitchFamily="18" charset="0"/>
                          </a:rPr>
                          <m:t>𝑚</m:t>
                        </m:r>
                      </m:sub>
                    </m:sSub>
                    <m:r>
                      <a:rPr lang="es-MX" sz="1800" b="0" i="1" smtClean="0">
                        <a:latin typeface="Cambria Math" panose="02040503050406030204" pitchFamily="18" charset="0"/>
                      </a:rPr>
                      <m:t>)</m:t>
                    </m:r>
                  </m:oMath>
                </a14:m>
                <a:r>
                  <a:rPr lang="en-US" sz="1800" dirty="0">
                    <a:latin typeface="CMU Sans Serif" panose="02000603000000000000"/>
                  </a:rPr>
                  <a:t>.</a:t>
                </a:r>
              </a:p>
              <a:p>
                <a:pPr algn="ctr"/>
                <a:endParaRPr lang="en-US" dirty="0">
                  <a:latin typeface="CMU Sans Serif" panose="02000603000000000000"/>
                </a:endParaRPr>
              </a:p>
            </p:txBody>
          </p:sp>
        </mc:Choice>
        <mc:Fallback>
          <p:sp>
            <p:nvSpPr>
              <p:cNvPr id="3" name="TextBox 2">
                <a:extLst>
                  <a:ext uri="{FF2B5EF4-FFF2-40B4-BE49-F238E27FC236}">
                    <a16:creationId xmlns:a16="http://schemas.microsoft.com/office/drawing/2014/main" id="{325867A3-B402-4065-B7E2-BFE33986D5D6}"/>
                  </a:ext>
                </a:extLst>
              </p:cNvPr>
              <p:cNvSpPr txBox="1">
                <a:spLocks noRot="1" noChangeAspect="1" noMove="1" noResize="1" noEditPoints="1" noAdjustHandles="1" noChangeArrowheads="1" noChangeShapeType="1" noTextEdit="1"/>
              </p:cNvSpPr>
              <p:nvPr/>
            </p:nvSpPr>
            <p:spPr>
              <a:xfrm>
                <a:off x="268356" y="1203145"/>
                <a:ext cx="11698357" cy="5633081"/>
              </a:xfrm>
              <a:prstGeom prst="rect">
                <a:avLst/>
              </a:prstGeom>
              <a:blipFill>
                <a:blip r:embed="rId4"/>
                <a:stretch>
                  <a:fillRect l="-469" t="-541" r="-521"/>
                </a:stretch>
              </a:blipFill>
            </p:spPr>
            <p:txBody>
              <a:bodyPr/>
              <a:lstStyle/>
              <a:p>
                <a:r>
                  <a:rPr lang="en-US">
                    <a:noFill/>
                  </a:rPr>
                  <a:t> </a:t>
                </a:r>
              </a:p>
            </p:txBody>
          </p:sp>
        </mc:Fallback>
      </mc:AlternateContent>
    </p:spTree>
    <p:extLst>
      <p:ext uri="{BB962C8B-B14F-4D97-AF65-F5344CB8AC3E}">
        <p14:creationId xmlns:p14="http://schemas.microsoft.com/office/powerpoint/2010/main" val="3108059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74135" y="278407"/>
            <a:ext cx="11920732" cy="646331"/>
          </a:xfrm>
          <a:prstGeom prst="rect">
            <a:avLst/>
          </a:prstGeom>
          <a:noFill/>
        </p:spPr>
        <p:txBody>
          <a:bodyPr wrap="square" rtlCol="0">
            <a:spAutoFit/>
          </a:bodyPr>
          <a:lstStyle/>
          <a:p>
            <a:r>
              <a:rPr lang="en-US" sz="3600" b="1" dirty="0">
                <a:latin typeface="CMU Sans Serif" panose="02000603000000000000"/>
              </a:rPr>
              <a:t>Main algorithm structure - Tree Anatomy</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5" name="AutoShape 6">
            <a:extLst>
              <a:ext uri="{FF2B5EF4-FFF2-40B4-BE49-F238E27FC236}">
                <a16:creationId xmlns:a16="http://schemas.microsoft.com/office/drawing/2014/main" id="{3F6A9161-E1B6-4CB5-B0DA-D0DDCCFA4F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8">
            <a:extLst>
              <a:ext uri="{FF2B5EF4-FFF2-40B4-BE49-F238E27FC236}">
                <a16:creationId xmlns:a16="http://schemas.microsoft.com/office/drawing/2014/main" id="{09592433-5E57-4F82-B87B-3823FAA40022}"/>
              </a:ext>
            </a:extLst>
          </p:cNvPr>
          <p:cNvSpPr>
            <a:spLocks noChangeAspect="1" noChangeArrowheads="1"/>
          </p:cNvSpPr>
          <p:nvPr/>
        </p:nvSpPr>
        <p:spPr bwMode="auto">
          <a:xfrm>
            <a:off x="6095999" y="377687"/>
            <a:ext cx="3356113" cy="33561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D1F42BF5-1888-4626-9C82-BC5BDE69BB60}"/>
              </a:ext>
            </a:extLst>
          </p:cNvPr>
          <p:cNvPicPr>
            <a:picLocks noChangeAspect="1"/>
          </p:cNvPicPr>
          <p:nvPr/>
        </p:nvPicPr>
        <p:blipFill>
          <a:blip r:embed="rId4"/>
          <a:stretch>
            <a:fillRect/>
          </a:stretch>
        </p:blipFill>
        <p:spPr>
          <a:xfrm>
            <a:off x="2739888" y="1156996"/>
            <a:ext cx="7096438" cy="5172515"/>
          </a:xfrm>
          <a:prstGeom prst="rect">
            <a:avLst/>
          </a:prstGeom>
        </p:spPr>
      </p:pic>
    </p:spTree>
    <p:extLst>
      <p:ext uri="{BB962C8B-B14F-4D97-AF65-F5344CB8AC3E}">
        <p14:creationId xmlns:p14="http://schemas.microsoft.com/office/powerpoint/2010/main" val="619094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Optimization in Classification – Slicing process</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99D8B94-4702-4E17-9433-1DBA67BC9276}"/>
                  </a:ext>
                </a:extLst>
              </p:cNvPr>
              <p:cNvSpPr txBox="1"/>
              <p:nvPr/>
            </p:nvSpPr>
            <p:spPr>
              <a:xfrm>
                <a:off x="134378" y="1063884"/>
                <a:ext cx="11683248" cy="5497595"/>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CMU Sans Serif" panose="02000603000000000000"/>
                  </a:rPr>
                  <a:t>At each node, the algorithm identifies the optimal pair </a:t>
                </a:r>
                <a14:m>
                  <m:oMath xmlns:m="http://schemas.openxmlformats.org/officeDocument/2006/math">
                    <m:sSup>
                      <m:sSupPr>
                        <m:ctrlPr>
                          <a:rPr lang="es-MX" sz="1800" b="0" i="1" smtClean="0">
                            <a:latin typeface="Cambria Math" panose="02040503050406030204" pitchFamily="18" charset="0"/>
                            <a:ea typeface="Cambria Math" panose="02040503050406030204" pitchFamily="18" charset="0"/>
                          </a:rPr>
                        </m:ctrlPr>
                      </m:sSupPr>
                      <m:e>
                        <m:r>
                          <a:rPr lang="en-US" sz="1800" i="1" smtClean="0">
                            <a:latin typeface="Cambria Math" panose="02040503050406030204" pitchFamily="18" charset="0"/>
                            <a:ea typeface="Cambria Math" panose="02040503050406030204" pitchFamily="18" charset="0"/>
                          </a:rPr>
                          <m:t>𝜃</m:t>
                        </m:r>
                      </m:e>
                      <m:sup>
                        <m:r>
                          <a:rPr lang="es-MX" sz="1800" b="0" i="1" smtClean="0">
                            <a:latin typeface="Cambria Math" panose="02040503050406030204" pitchFamily="18" charset="0"/>
                            <a:ea typeface="Cambria Math" panose="02040503050406030204" pitchFamily="18" charset="0"/>
                          </a:rPr>
                          <m:t>∗</m:t>
                        </m:r>
                      </m:sup>
                    </m:sSup>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𝑗</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𝑠</m:t>
                    </m:r>
                    <m:r>
                      <a:rPr lang="es-MX" sz="1800" b="0" i="1" smtClean="0">
                        <a:latin typeface="Cambria Math" panose="02040503050406030204" pitchFamily="18" charset="0"/>
                        <a:ea typeface="Cambria Math" panose="02040503050406030204" pitchFamily="18" charset="0"/>
                      </a:rPr>
                      <m:t>) </m:t>
                    </m:r>
                  </m:oMath>
                </a14:m>
                <a:r>
                  <a:rPr lang="en-US" dirty="0">
                    <a:latin typeface="CMU Sans Serif" panose="02000603000000000000"/>
                  </a:rPr>
                  <a:t>that minimizes the combined impurity of the resulting branches.</a:t>
                </a:r>
              </a:p>
              <a:p>
                <a:pPr algn="just"/>
                <a:endParaRPr lang="en-US" dirty="0">
                  <a:latin typeface="CMU Sans Serif" panose="02000603000000000000"/>
                </a:endParaRPr>
              </a:p>
              <a:p>
                <a:pPr marL="285750" indent="-285750" algn="just">
                  <a:buFont typeface="Wingdings" panose="05000000000000000000" pitchFamily="2" charset="2"/>
                  <a:buChar char="§"/>
                </a:pPr>
                <a:r>
                  <a:rPr lang="en-US" b="1" dirty="0">
                    <a:solidFill>
                      <a:srgbClr val="FF0000"/>
                    </a:solidFill>
                    <a:latin typeface="CMU Sans Serif" panose="02000603000000000000"/>
                  </a:rPr>
                  <a:t>Impurity Metric (Gini Index):</a:t>
                </a:r>
                <a:r>
                  <a:rPr lang="en-US" dirty="0">
                    <a:solidFill>
                      <a:srgbClr val="FF0000"/>
                    </a:solidFill>
                    <a:latin typeface="CMU Sans Serif" panose="02000603000000000000"/>
                  </a:rPr>
                  <a:t> </a:t>
                </a:r>
                <a:r>
                  <a:rPr lang="en-US" dirty="0">
                    <a:latin typeface="CMU Sans Serif" panose="02000603000000000000"/>
                  </a:rPr>
                  <a:t>For any set of samples A, the impurity is defined as:</a:t>
                </a:r>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𝐺</m:t>
                      </m:r>
                      <m:d>
                        <m:dPr>
                          <m:ctrlPr>
                            <a:rPr lang="es-MX" b="0" i="1" smtClean="0">
                              <a:latin typeface="Cambria Math" panose="02040503050406030204" pitchFamily="18" charset="0"/>
                            </a:rPr>
                          </m:ctrlPr>
                        </m:dPr>
                        <m:e>
                          <m:r>
                            <a:rPr lang="es-MX" b="0" i="1" smtClean="0">
                              <a:latin typeface="Cambria Math" panose="02040503050406030204" pitchFamily="18" charset="0"/>
                            </a:rPr>
                            <m:t>𝐴</m:t>
                          </m:r>
                        </m:e>
                      </m:d>
                      <m:r>
                        <a:rPr lang="es-MX" b="0" i="1" smtClean="0">
                          <a:latin typeface="Cambria Math" panose="02040503050406030204" pitchFamily="18" charset="0"/>
                        </a:rPr>
                        <m:t>=1−</m:t>
                      </m:r>
                      <m:nary>
                        <m:naryPr>
                          <m:chr m:val="∑"/>
                          <m:ctrlPr>
                            <a:rPr lang="pt-BR" i="1" dirty="0" smtClean="0">
                              <a:latin typeface="Cambria Math" panose="02040503050406030204" pitchFamily="18" charset="0"/>
                            </a:rPr>
                          </m:ctrlPr>
                        </m:naryPr>
                        <m:sub>
                          <m:r>
                            <a:rPr lang="pt-BR" i="1" dirty="0" smtClean="0">
                              <a:latin typeface="Cambria Math" panose="02040503050406030204" pitchFamily="18" charset="0"/>
                            </a:rPr>
                            <m:t>𝑘</m:t>
                          </m:r>
                          <m:r>
                            <a:rPr lang="pt-BR" i="1" dirty="0" smtClean="0">
                              <a:latin typeface="Cambria Math" panose="02040503050406030204" pitchFamily="18" charset="0"/>
                            </a:rPr>
                            <m:t>=0</m:t>
                          </m:r>
                        </m:sub>
                        <m:sup>
                          <m:r>
                            <a:rPr lang="pt-BR" i="1" dirty="0" smtClean="0">
                              <a:latin typeface="Cambria Math" panose="02040503050406030204" pitchFamily="18" charset="0"/>
                            </a:rPr>
                            <m:t>𝑛</m:t>
                          </m:r>
                        </m:sup>
                        <m:e>
                          <m:sSubSup>
                            <m:sSubSupPr>
                              <m:ctrlPr>
                                <a:rPr lang="es-MX" b="0" i="1" dirty="0" smtClean="0">
                                  <a:latin typeface="Cambria Math" panose="02040503050406030204" pitchFamily="18" charset="0"/>
                                </a:rPr>
                              </m:ctrlPr>
                            </m:sSubSupPr>
                            <m:e>
                              <m:r>
                                <a:rPr lang="es-MX" b="0" i="1" dirty="0" smtClean="0">
                                  <a:latin typeface="Cambria Math" panose="02040503050406030204" pitchFamily="18" charset="0"/>
                                </a:rPr>
                                <m:t>𝑝</m:t>
                              </m:r>
                            </m:e>
                            <m:sub>
                              <m:r>
                                <a:rPr lang="es-MX" b="0" i="1" dirty="0" smtClean="0">
                                  <a:latin typeface="Cambria Math" panose="02040503050406030204" pitchFamily="18" charset="0"/>
                                </a:rPr>
                                <m:t>𝑘</m:t>
                              </m:r>
                            </m:sub>
                            <m:sup>
                              <m:r>
                                <a:rPr lang="es-MX" b="0" i="1" dirty="0" smtClean="0">
                                  <a:latin typeface="Cambria Math" panose="02040503050406030204" pitchFamily="18" charset="0"/>
                                </a:rPr>
                                <m:t>2</m:t>
                              </m:r>
                            </m:sup>
                          </m:sSubSup>
                        </m:e>
                      </m:nary>
                    </m:oMath>
                  </m:oMathPara>
                </a14:m>
                <a:endParaRPr lang="en-US" dirty="0">
                  <a:latin typeface="CMU Sans Serif" panose="02000603000000000000"/>
                </a:endParaRPr>
              </a:p>
              <a:p>
                <a:pPr algn="just"/>
                <a:r>
                  <a:rPr lang="en-US" dirty="0">
                    <a:latin typeface="CMU Sans Serif" panose="02000603000000000000"/>
                  </a:rPr>
                  <a:t>Where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𝑝</m:t>
                        </m:r>
                      </m:e>
                      <m:sub>
                        <m:r>
                          <a:rPr lang="es-MX" b="0" i="1" smtClean="0">
                            <a:latin typeface="Cambria Math" panose="02040503050406030204" pitchFamily="18" charset="0"/>
                          </a:rPr>
                          <m:t>𝑘</m:t>
                        </m:r>
                      </m:sub>
                    </m:sSub>
                  </m:oMath>
                </a14:m>
                <a:r>
                  <a:rPr lang="en-US" dirty="0">
                    <a:latin typeface="CMU Sans Serif" panose="02000603000000000000"/>
                  </a:rPr>
                  <a:t> is the proportion of class </a:t>
                </a:r>
                <a14:m>
                  <m:oMath xmlns:m="http://schemas.openxmlformats.org/officeDocument/2006/math">
                    <m:r>
                      <a:rPr lang="es-MX" i="1">
                        <a:latin typeface="Cambria Math" panose="02040503050406030204" pitchFamily="18" charset="0"/>
                      </a:rPr>
                      <m:t>𝑘</m:t>
                    </m:r>
                  </m:oMath>
                </a14:m>
                <a:r>
                  <a:rPr lang="en-US" dirty="0">
                    <a:latin typeface="CMU Sans Serif" panose="02000603000000000000"/>
                  </a:rPr>
                  <a:t> within set </a:t>
                </a:r>
                <a14:m>
                  <m:oMath xmlns:m="http://schemas.openxmlformats.org/officeDocument/2006/math">
                    <m:r>
                      <a:rPr lang="es-MX" b="0" i="1" smtClean="0">
                        <a:latin typeface="Cambria Math" panose="02040503050406030204" pitchFamily="18" charset="0"/>
                      </a:rPr>
                      <m:t>𝐴</m:t>
                    </m:r>
                  </m:oMath>
                </a14:m>
                <a:r>
                  <a:rPr lang="en-US" dirty="0">
                    <a:latin typeface="CMU Sans Serif" panose="02000603000000000000"/>
                  </a:rPr>
                  <a:t>.</a:t>
                </a:r>
              </a:p>
              <a:p>
                <a:pPr algn="just"/>
                <a:endParaRPr lang="en-US" dirty="0">
                  <a:latin typeface="CMU Sans Serif" panose="02000603000000000000"/>
                </a:endParaRPr>
              </a:p>
              <a:p>
                <a:pPr marL="285750" indent="-285750" algn="just">
                  <a:buFont typeface="Wingdings" panose="05000000000000000000" pitchFamily="2" charset="2"/>
                  <a:buChar char="§"/>
                </a:pPr>
                <a:r>
                  <a:rPr lang="en-US" b="1" dirty="0">
                    <a:solidFill>
                      <a:srgbClr val="FF0000"/>
                    </a:solidFill>
                    <a:latin typeface="CMU Sans Serif" panose="02000603000000000000"/>
                  </a:rPr>
                  <a:t>Loss function:</a:t>
                </a:r>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𝑀𝑖𝑛</m:t>
                      </m:r>
                      <m:d>
                        <m:dPr>
                          <m:begChr m:val="{"/>
                          <m:endChr m:val="}"/>
                          <m:ctrlPr>
                            <a:rPr lang="es-MX" b="0" i="1" smtClean="0">
                              <a:latin typeface="Cambria Math" panose="02040503050406030204" pitchFamily="18" charset="0"/>
                            </a:rPr>
                          </m:ctrlPr>
                        </m:dPr>
                        <m:e>
                          <m:r>
                            <a:rPr lang="es-MX" i="1">
                              <a:latin typeface="Cambria Math" panose="02040503050406030204" pitchFamily="18" charset="0"/>
                            </a:rPr>
                            <m:t>𝐶</m:t>
                          </m:r>
                          <m:d>
                            <m:dPr>
                              <m:ctrlPr>
                                <a:rPr lang="es-MX" i="1">
                                  <a:latin typeface="Cambria Math" panose="02040503050406030204" pitchFamily="18" charset="0"/>
                                </a:rPr>
                              </m:ctrlPr>
                            </m:dPr>
                            <m:e>
                              <m:r>
                                <a:rPr lang="es-MX" i="1">
                                  <a:latin typeface="Cambria Math" panose="02040503050406030204" pitchFamily="18" charset="0"/>
                                </a:rPr>
                                <m:t>𝑠</m:t>
                              </m:r>
                              <m:r>
                                <a:rPr lang="es-MX" i="1">
                                  <a:latin typeface="Cambria Math" panose="02040503050406030204" pitchFamily="18" charset="0"/>
                                </a:rPr>
                                <m:t>,</m:t>
                              </m:r>
                              <m:r>
                                <a:rPr lang="es-MX" i="1">
                                  <a:latin typeface="Cambria Math" panose="02040503050406030204" pitchFamily="18" charset="0"/>
                                </a:rPr>
                                <m:t>𝑗</m:t>
                              </m:r>
                            </m:e>
                          </m:d>
                          <m:r>
                            <a:rPr lang="es-MX" i="1">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𝐿</m:t>
                                  </m:r>
                                </m:sub>
                              </m:sSub>
                            </m:num>
                            <m:den>
                              <m:r>
                                <a:rPr lang="es-MX" i="1">
                                  <a:latin typeface="Cambria Math" panose="02040503050406030204" pitchFamily="18" charset="0"/>
                                </a:rPr>
                                <m:t>𝑛</m:t>
                              </m:r>
                            </m:den>
                          </m:f>
                          <m:r>
                            <a:rPr lang="es-MX" i="1">
                              <a:latin typeface="Cambria Math" panose="02040503050406030204" pitchFamily="18" charset="0"/>
                            </a:rPr>
                            <m:t>𝐺</m:t>
                          </m:r>
                          <m:d>
                            <m:dPr>
                              <m:ctrlPr>
                                <a:rPr lang="es-MX" i="1">
                                  <a:latin typeface="Cambria Math" panose="02040503050406030204" pitchFamily="18" charset="0"/>
                                </a:rPr>
                              </m:ctrlPr>
                            </m:dPr>
                            <m:e>
                              <m:r>
                                <a:rPr lang="es-MX" i="1">
                                  <a:latin typeface="Cambria Math" panose="02040503050406030204" pitchFamily="18" charset="0"/>
                                </a:rPr>
                                <m:t>𝐿</m:t>
                              </m:r>
                              <m:d>
                                <m:dPr>
                                  <m:ctrlPr>
                                    <a:rPr lang="es-MX" i="1">
                                      <a:latin typeface="Cambria Math" panose="02040503050406030204" pitchFamily="18" charset="0"/>
                                    </a:rPr>
                                  </m:ctrlPr>
                                </m:dPr>
                                <m:e>
                                  <m:r>
                                    <a:rPr lang="es-MX" i="1">
                                      <a:latin typeface="Cambria Math" panose="02040503050406030204" pitchFamily="18" charset="0"/>
                                    </a:rPr>
                                    <m:t>𝑠</m:t>
                                  </m:r>
                                  <m:r>
                                    <a:rPr lang="es-MX" i="1">
                                      <a:latin typeface="Cambria Math" panose="02040503050406030204" pitchFamily="18" charset="0"/>
                                    </a:rPr>
                                    <m:t>,</m:t>
                                  </m:r>
                                  <m:r>
                                    <a:rPr lang="es-MX" i="1">
                                      <a:latin typeface="Cambria Math" panose="02040503050406030204" pitchFamily="18" charset="0"/>
                                    </a:rPr>
                                    <m:t>𝑗</m:t>
                                  </m:r>
                                </m:e>
                              </m:d>
                            </m:e>
                          </m:d>
                          <m:r>
                            <a:rPr lang="es-MX" i="1">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𝑅</m:t>
                                  </m:r>
                                </m:sub>
                              </m:sSub>
                            </m:num>
                            <m:den>
                              <m:r>
                                <a:rPr lang="es-MX" i="1">
                                  <a:latin typeface="Cambria Math" panose="02040503050406030204" pitchFamily="18" charset="0"/>
                                </a:rPr>
                                <m:t>𝑛</m:t>
                              </m:r>
                            </m:den>
                          </m:f>
                          <m:r>
                            <a:rPr lang="es-MX" i="1">
                              <a:latin typeface="Cambria Math" panose="02040503050406030204" pitchFamily="18" charset="0"/>
                            </a:rPr>
                            <m:t>𝐺</m:t>
                          </m:r>
                          <m:r>
                            <a:rPr lang="es-MX" i="1">
                              <a:latin typeface="Cambria Math" panose="02040503050406030204" pitchFamily="18" charset="0"/>
                            </a:rPr>
                            <m:t>(</m:t>
                          </m:r>
                          <m:r>
                            <a:rPr lang="es-MX" i="1">
                              <a:latin typeface="Cambria Math" panose="02040503050406030204" pitchFamily="18" charset="0"/>
                            </a:rPr>
                            <m:t>𝑅</m:t>
                          </m:r>
                          <m:d>
                            <m:dPr>
                              <m:ctrlPr>
                                <a:rPr lang="es-MX" i="1">
                                  <a:latin typeface="Cambria Math" panose="02040503050406030204" pitchFamily="18" charset="0"/>
                                </a:rPr>
                              </m:ctrlPr>
                            </m:dPr>
                            <m:e>
                              <m:r>
                                <a:rPr lang="es-MX" i="1">
                                  <a:latin typeface="Cambria Math" panose="02040503050406030204" pitchFamily="18" charset="0"/>
                                </a:rPr>
                                <m:t>𝑠</m:t>
                              </m:r>
                              <m:r>
                                <a:rPr lang="es-MX" i="1">
                                  <a:latin typeface="Cambria Math" panose="02040503050406030204" pitchFamily="18" charset="0"/>
                                </a:rPr>
                                <m:t>,</m:t>
                              </m:r>
                              <m:r>
                                <a:rPr lang="es-MX" i="1">
                                  <a:latin typeface="Cambria Math" panose="02040503050406030204" pitchFamily="18" charset="0"/>
                                </a:rPr>
                                <m:t>𝑗</m:t>
                              </m:r>
                            </m:e>
                          </m:d>
                          <m:r>
                            <a:rPr lang="es-MX" i="1">
                              <a:latin typeface="Cambria Math" panose="02040503050406030204" pitchFamily="18" charset="0"/>
                            </a:rPr>
                            <m:t>)</m:t>
                          </m:r>
                        </m:e>
                      </m:d>
                    </m:oMath>
                  </m:oMathPara>
                </a14:m>
                <a:endParaRPr lang="en-US" dirty="0">
                  <a:latin typeface="CMU Sans Serif" panose="02000603000000000000"/>
                </a:endParaRPr>
              </a:p>
              <a:p>
                <a:pPr algn="just"/>
                <a:endParaRPr lang="en-US" dirty="0">
                  <a:latin typeface="CMU Sans Serif" panose="02000603000000000000"/>
                </a:endParaRPr>
              </a:p>
              <a:p>
                <a:pPr marL="285750" indent="-285750" algn="just">
                  <a:buFont typeface="Wingdings" panose="05000000000000000000" pitchFamily="2" charset="2"/>
                  <a:buChar char="§"/>
                </a:pPr>
                <a:r>
                  <a:rPr lang="en-US" dirty="0">
                    <a:latin typeface="CMU Sans Serif" panose="02000603000000000000"/>
                  </a:rPr>
                  <a:t>Where </a:t>
                </a:r>
                <a14:m>
                  <m:oMath xmlns:m="http://schemas.openxmlformats.org/officeDocument/2006/math">
                    <m:sSub>
                      <m:sSubPr>
                        <m:ctrlPr>
                          <a:rPr lang="es-MX" b="0" i="1" dirty="0" smtClean="0">
                            <a:latin typeface="Cambria Math" panose="02040503050406030204" pitchFamily="18" charset="0"/>
                          </a:rPr>
                        </m:ctrlPr>
                      </m:sSubPr>
                      <m:e>
                        <m:r>
                          <a:rPr lang="en-US" i="1" dirty="0" smtClean="0">
                            <a:latin typeface="Cambria Math" panose="02040503050406030204" pitchFamily="18" charset="0"/>
                          </a:rPr>
                          <m:t>𝑛</m:t>
                        </m:r>
                      </m:e>
                      <m:sub>
                        <m:r>
                          <a:rPr lang="es-MX" b="0" i="1" dirty="0" smtClean="0">
                            <a:latin typeface="Cambria Math" panose="02040503050406030204" pitchFamily="18" charset="0"/>
                          </a:rPr>
                          <m:t>𝐿</m:t>
                        </m:r>
                      </m:sub>
                    </m:sSub>
                  </m:oMath>
                </a14:m>
                <a:r>
                  <a:rPr lang="en-US" dirty="0">
                    <a:latin typeface="CMU Sans Serif" panose="02000603000000000000"/>
                  </a:rPr>
                  <a:t>​ and </a:t>
                </a:r>
                <a14:m>
                  <m:oMath xmlns:m="http://schemas.openxmlformats.org/officeDocument/2006/math">
                    <m:sSub>
                      <m:sSubPr>
                        <m:ctrlPr>
                          <a:rPr lang="es-MX" i="1" dirty="0">
                            <a:latin typeface="Cambria Math" panose="02040503050406030204" pitchFamily="18" charset="0"/>
                          </a:rPr>
                        </m:ctrlPr>
                      </m:sSubPr>
                      <m:e>
                        <m:r>
                          <a:rPr lang="en-US" i="1" dirty="0">
                            <a:latin typeface="Cambria Math" panose="02040503050406030204" pitchFamily="18" charset="0"/>
                          </a:rPr>
                          <m:t>𝑛</m:t>
                        </m:r>
                      </m:e>
                      <m:sub>
                        <m:r>
                          <a:rPr lang="es-MX" i="1" dirty="0">
                            <a:latin typeface="Cambria Math" panose="02040503050406030204" pitchFamily="18" charset="0"/>
                          </a:rPr>
                          <m:t>𝐿</m:t>
                        </m:r>
                      </m:sub>
                    </m:sSub>
                    <m:r>
                      <a:rPr lang="es-MX" i="1" dirty="0">
                        <a:latin typeface="Cambria Math" panose="02040503050406030204" pitchFamily="18" charset="0"/>
                      </a:rPr>
                      <m:t> </m:t>
                    </m:r>
                  </m:oMath>
                </a14:m>
                <a:r>
                  <a:rPr lang="en-US" dirty="0">
                    <a:latin typeface="CMU Sans Serif" panose="02000603000000000000"/>
                  </a:rPr>
                  <a:t>​ are the number of samples in the left and right children, </a:t>
                </a:r>
                <a14:m>
                  <m:oMath xmlns:m="http://schemas.openxmlformats.org/officeDocument/2006/math">
                    <m:r>
                      <a:rPr lang="es-MX" b="0" i="1" dirty="0" smtClean="0">
                        <a:latin typeface="Cambria Math" panose="02040503050406030204" pitchFamily="18" charset="0"/>
                      </a:rPr>
                      <m:t>𝑛</m:t>
                    </m:r>
                  </m:oMath>
                </a14:m>
                <a:r>
                  <a:rPr lang="en-US" dirty="0">
                    <a:latin typeface="CMU Sans Serif" panose="02000603000000000000"/>
                  </a:rPr>
                  <a:t> is the total in the current node. </a:t>
                </a:r>
                <a14:m>
                  <m:oMath xmlns:m="http://schemas.openxmlformats.org/officeDocument/2006/math">
                    <m:r>
                      <a:rPr lang="es-MX" b="0" i="1" smtClean="0">
                        <a:latin typeface="Cambria Math" panose="02040503050406030204" pitchFamily="18" charset="0"/>
                      </a:rPr>
                      <m:t>𝐿</m:t>
                    </m:r>
                    <m:d>
                      <m:dPr>
                        <m:ctrlPr>
                          <a:rPr lang="es-MX" b="0" i="1" smtClean="0">
                            <a:latin typeface="Cambria Math" panose="02040503050406030204" pitchFamily="18" charset="0"/>
                          </a:rPr>
                        </m:ctrlPr>
                      </m:dPr>
                      <m:e>
                        <m:r>
                          <a:rPr lang="es-MX" b="0" i="1" smtClean="0">
                            <a:latin typeface="Cambria Math" panose="02040503050406030204" pitchFamily="18" charset="0"/>
                          </a:rPr>
                          <m:t>𝑠</m:t>
                        </m:r>
                        <m:r>
                          <a:rPr lang="es-MX" b="0" i="1" smtClean="0">
                            <a:latin typeface="Cambria Math" panose="02040503050406030204" pitchFamily="18" charset="0"/>
                          </a:rPr>
                          <m:t>,</m:t>
                        </m:r>
                        <m:r>
                          <a:rPr lang="es-MX" b="0" i="1" smtClean="0">
                            <a:latin typeface="Cambria Math" panose="02040503050406030204" pitchFamily="18" charset="0"/>
                          </a:rPr>
                          <m:t>𝑗</m:t>
                        </m:r>
                      </m:e>
                    </m:d>
                  </m:oMath>
                </a14:m>
                <a:r>
                  <a:rPr lang="en-US" dirty="0">
                    <a:latin typeface="CMU Sans Serif" panose="02000603000000000000"/>
                  </a:rPr>
                  <a:t> and </a:t>
                </a:r>
                <a14:m>
                  <m:oMath xmlns:m="http://schemas.openxmlformats.org/officeDocument/2006/math">
                    <m:r>
                      <a:rPr lang="es-MX" b="0" i="1" smtClean="0">
                        <a:latin typeface="Cambria Math" panose="02040503050406030204" pitchFamily="18" charset="0"/>
                      </a:rPr>
                      <m:t>𝑅</m:t>
                    </m:r>
                    <m:d>
                      <m:dPr>
                        <m:ctrlPr>
                          <a:rPr lang="es-MX" b="0" i="1" smtClean="0">
                            <a:latin typeface="Cambria Math" panose="02040503050406030204" pitchFamily="18" charset="0"/>
                          </a:rPr>
                        </m:ctrlPr>
                      </m:dPr>
                      <m:e>
                        <m:r>
                          <a:rPr lang="es-MX" b="0" i="1" smtClean="0">
                            <a:latin typeface="Cambria Math" panose="02040503050406030204" pitchFamily="18" charset="0"/>
                          </a:rPr>
                          <m:t>𝑠</m:t>
                        </m:r>
                        <m:r>
                          <a:rPr lang="es-MX" b="0" i="1" smtClean="0">
                            <a:latin typeface="Cambria Math" panose="02040503050406030204" pitchFamily="18" charset="0"/>
                          </a:rPr>
                          <m:t>,</m:t>
                        </m:r>
                        <m:r>
                          <a:rPr lang="es-MX" b="0" i="1" smtClean="0">
                            <a:latin typeface="Cambria Math" panose="02040503050406030204" pitchFamily="18" charset="0"/>
                          </a:rPr>
                          <m:t>𝑗</m:t>
                        </m:r>
                      </m:e>
                    </m:d>
                  </m:oMath>
                </a14:m>
                <a:r>
                  <a:rPr lang="en-US" dirty="0">
                    <a:latin typeface="CMU Sans Serif" panose="02000603000000000000"/>
                  </a:rPr>
                  <a:t> are the child nodes (</a:t>
                </a:r>
                <a:r>
                  <a:rPr lang="en-US" dirty="0" err="1">
                    <a:latin typeface="CMU Sans Serif" panose="02000603000000000000"/>
                  </a:rPr>
                  <a:t>splited</a:t>
                </a:r>
                <a:r>
                  <a:rPr lang="en-US" dirty="0">
                    <a:latin typeface="CMU Sans Serif" panose="02000603000000000000"/>
                  </a:rPr>
                  <a:t> regions). The algorithm performs an exhaustive discrete search over all features and all possible split points. It selects the </a:t>
                </a:r>
                <a14:m>
                  <m:oMath xmlns:m="http://schemas.openxmlformats.org/officeDocument/2006/math">
                    <m:r>
                      <a:rPr lang="en-US" i="1" dirty="0" smtClean="0">
                        <a:latin typeface="Cambria Math" panose="02040503050406030204" pitchFamily="18" charset="0"/>
                      </a:rPr>
                      <m:t>(</m:t>
                    </m:r>
                    <m:r>
                      <a:rPr lang="en-US" i="1" dirty="0" err="1">
                        <a:latin typeface="Cambria Math" panose="02040503050406030204" pitchFamily="18" charset="0"/>
                      </a:rPr>
                      <m:t>𝑗</m:t>
                    </m:r>
                    <m:r>
                      <a:rPr lang="en-US" i="1" dirty="0" err="1">
                        <a:latin typeface="Cambria Math" panose="02040503050406030204" pitchFamily="18" charset="0"/>
                      </a:rPr>
                      <m:t>,</m:t>
                    </m:r>
                    <m:r>
                      <a:rPr lang="en-US" i="1" dirty="0" err="1">
                        <a:latin typeface="Cambria Math" panose="02040503050406030204" pitchFamily="18" charset="0"/>
                      </a:rPr>
                      <m:t>𝑠</m:t>
                    </m:r>
                    <m:r>
                      <a:rPr lang="en-US" i="1" dirty="0">
                        <a:latin typeface="Cambria Math" panose="02040503050406030204" pitchFamily="18" charset="0"/>
                      </a:rPr>
                      <m:t>)</m:t>
                    </m:r>
                  </m:oMath>
                </a14:m>
                <a:r>
                  <a:rPr lang="en-US" dirty="0">
                    <a:latin typeface="CMU Sans Serif" panose="02000603000000000000"/>
                  </a:rPr>
                  <a:t> coordinates that maximize the 'clumping' of identical labels in the resulting regions.</a:t>
                </a:r>
              </a:p>
              <a:p>
                <a:pPr algn="just"/>
                <a:endParaRPr lang="en-US" dirty="0">
                  <a:latin typeface="CMU Sans Serif" panose="02000603000000000000"/>
                </a:endParaRPr>
              </a:p>
              <a:p>
                <a:pPr marL="285750" indent="-285750" algn="just">
                  <a:buFont typeface="Wingdings" panose="05000000000000000000" pitchFamily="2" charset="2"/>
                  <a:buChar char="§"/>
                </a:pPr>
                <a:r>
                  <a:rPr lang="en-US" dirty="0">
                    <a:latin typeface="CMU Sans Serif" panose="02000603000000000000"/>
                  </a:rPr>
                  <a:t>The objective is to find the 'cut' that yields the lowest average impurity. We weight the children by their size because we want to ensure that our decisions remain statistically significant for as many samples as possible.</a:t>
                </a:r>
              </a:p>
            </p:txBody>
          </p:sp>
        </mc:Choice>
        <mc:Fallback>
          <p:sp>
            <p:nvSpPr>
              <p:cNvPr id="4" name="TextBox 3">
                <a:extLst>
                  <a:ext uri="{FF2B5EF4-FFF2-40B4-BE49-F238E27FC236}">
                    <a16:creationId xmlns:a16="http://schemas.microsoft.com/office/drawing/2014/main" id="{A99D8B94-4702-4E17-9433-1DBA67BC9276}"/>
                  </a:ext>
                </a:extLst>
              </p:cNvPr>
              <p:cNvSpPr txBox="1">
                <a:spLocks noRot="1" noChangeAspect="1" noMove="1" noResize="1" noEditPoints="1" noAdjustHandles="1" noChangeArrowheads="1" noChangeShapeType="1" noTextEdit="1"/>
              </p:cNvSpPr>
              <p:nvPr/>
            </p:nvSpPr>
            <p:spPr>
              <a:xfrm>
                <a:off x="134378" y="1063884"/>
                <a:ext cx="11683248" cy="5497595"/>
              </a:xfrm>
              <a:prstGeom prst="rect">
                <a:avLst/>
              </a:prstGeom>
              <a:blipFill>
                <a:blip r:embed="rId4"/>
                <a:stretch>
                  <a:fillRect l="-417" t="-666" r="-417" b="-888"/>
                </a:stretch>
              </a:blipFill>
            </p:spPr>
            <p:txBody>
              <a:bodyPr/>
              <a:lstStyle/>
              <a:p>
                <a:r>
                  <a:rPr lang="en-US">
                    <a:noFill/>
                  </a:rPr>
                  <a:t> </a:t>
                </a:r>
              </a:p>
            </p:txBody>
          </p:sp>
        </mc:Fallback>
      </mc:AlternateContent>
    </p:spTree>
    <p:extLst>
      <p:ext uri="{BB962C8B-B14F-4D97-AF65-F5344CB8AC3E}">
        <p14:creationId xmlns:p14="http://schemas.microsoft.com/office/powerpoint/2010/main" val="2779374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6148" name="Picture 4">
            <a:extLst>
              <a:ext uri="{FF2B5EF4-FFF2-40B4-BE49-F238E27FC236}">
                <a16:creationId xmlns:a16="http://schemas.microsoft.com/office/drawing/2014/main" id="{E953EA40-E5D2-4C51-907E-74FAC2755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300" y="934677"/>
            <a:ext cx="8481391" cy="5696457"/>
          </a:xfrm>
          <a:prstGeom prst="rect">
            <a:avLst/>
          </a:prstGeom>
          <a:noFill/>
          <a:extLst>
            <a:ext uri="{909E8E84-426E-40DD-AFC4-6F175D3DCCD1}">
              <a14:hiddenFill xmlns:a14="http://schemas.microsoft.com/office/drawing/2010/main">
                <a:solidFill>
                  <a:srgbClr val="FFFFFF"/>
                </a:solidFill>
              </a14:hiddenFill>
            </a:ext>
          </a:extLst>
        </p:spPr>
      </p:pic>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Optimization in Classification – Slicing process</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Tree>
    <p:extLst>
      <p:ext uri="{BB962C8B-B14F-4D97-AF65-F5344CB8AC3E}">
        <p14:creationId xmlns:p14="http://schemas.microsoft.com/office/powerpoint/2010/main" val="813150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Optimization in Regression – Slicing process</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99D8B94-4702-4E17-9433-1DBA67BC9276}"/>
                  </a:ext>
                </a:extLst>
              </p:cNvPr>
              <p:cNvSpPr txBox="1"/>
              <p:nvPr/>
            </p:nvSpPr>
            <p:spPr>
              <a:xfrm>
                <a:off x="134378" y="1223023"/>
                <a:ext cx="11703126" cy="4859407"/>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latin typeface="CMU Sans Serif" panose="02000603000000000000"/>
                  </a:rPr>
                  <a:t>When predicting numerical values, the goal shifts from "Purity" to </a:t>
                </a:r>
                <a:r>
                  <a:rPr lang="en-US" b="1" dirty="0">
                    <a:latin typeface="CMU Sans Serif" panose="02000603000000000000"/>
                  </a:rPr>
                  <a:t>"Variance Reduction."</a:t>
                </a:r>
                <a:r>
                  <a:rPr lang="en-US" dirty="0">
                    <a:latin typeface="CMU Sans Serif" panose="02000603000000000000"/>
                  </a:rPr>
                  <a:t> We seek the split that minimizes the total error within the regions.</a:t>
                </a:r>
              </a:p>
              <a:p>
                <a:pPr algn="just"/>
                <a:endParaRPr lang="en-US" dirty="0">
                  <a:latin typeface="CMU Sans Serif" panose="02000603000000000000"/>
                </a:endParaRPr>
              </a:p>
              <a:p>
                <a:pPr marL="285750" indent="-285750" algn="just">
                  <a:buFont typeface="Wingdings" panose="05000000000000000000" pitchFamily="2" charset="2"/>
                  <a:buChar char="§"/>
                </a:pPr>
                <a:r>
                  <a:rPr lang="en-US" b="1" dirty="0">
                    <a:solidFill>
                      <a:srgbClr val="FF0000"/>
                    </a:solidFill>
                    <a:latin typeface="CMU Sans Serif" panose="02000603000000000000"/>
                  </a:rPr>
                  <a:t>Error metric (MSE): </a:t>
                </a:r>
                <a:r>
                  <a:rPr lang="en-US" dirty="0">
                    <a:latin typeface="CMU Sans Serif" panose="02000603000000000000"/>
                  </a:rPr>
                  <a:t>For any set of samples A, the “impurity” is defined by the </a:t>
                </a:r>
                <a:r>
                  <a:rPr lang="en-US" b="1" dirty="0">
                    <a:latin typeface="CMU Sans Serif" panose="02000603000000000000"/>
                  </a:rPr>
                  <a:t>Mean Squared Error (MSE)</a:t>
                </a:r>
                <a:r>
                  <a:rPr lang="en-US" dirty="0">
                    <a:latin typeface="CMU Sans Serif" panose="02000603000000000000"/>
                  </a:rPr>
                  <a:t>:</a:t>
                </a:r>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𝑀𝑆𝐸</m:t>
                      </m:r>
                      <m:d>
                        <m:dPr>
                          <m:ctrlPr>
                            <a:rPr lang="es-MX" b="0" i="1" smtClean="0">
                              <a:latin typeface="Cambria Math" panose="02040503050406030204" pitchFamily="18" charset="0"/>
                            </a:rPr>
                          </m:ctrlPr>
                        </m:dPr>
                        <m:e>
                          <m:r>
                            <a:rPr lang="es-MX" b="0" i="1" smtClean="0">
                              <a:latin typeface="Cambria Math" panose="02040503050406030204" pitchFamily="18" charset="0"/>
                            </a:rPr>
                            <m:t>𝐴</m:t>
                          </m:r>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𝐴</m:t>
                              </m:r>
                            </m:sub>
                          </m:sSub>
                        </m:den>
                      </m:f>
                      <m:nary>
                        <m:naryPr>
                          <m:chr m:val="∑"/>
                          <m:supHide m:val="on"/>
                          <m:ctrlPr>
                            <a:rPr lang="es-MX" b="0" i="1" smtClean="0">
                              <a:latin typeface="Cambria Math" panose="02040503050406030204" pitchFamily="18" charset="0"/>
                            </a:rPr>
                          </m:ctrlPr>
                        </m:naryPr>
                        <m:sub>
                          <m:r>
                            <m:rPr>
                              <m:brk m:alnAt="7"/>
                            </m:rPr>
                            <a:rPr lang="es-MX" b="0" i="1" smtClean="0">
                              <a:latin typeface="Cambria Math" panose="02040503050406030204" pitchFamily="18" charset="0"/>
                            </a:rPr>
                            <m:t>𝑖</m:t>
                          </m:r>
                          <m:r>
                            <a:rPr lang="es-MX" b="0" i="1" smtClean="0">
                              <a:latin typeface="Cambria Math" panose="02040503050406030204" pitchFamily="18" charset="0"/>
                            </a:rPr>
                            <m:t>∈</m:t>
                          </m:r>
                          <m:r>
                            <a:rPr lang="es-MX" b="0" i="1" smtClean="0">
                              <a:latin typeface="Cambria Math" panose="02040503050406030204" pitchFamily="18" charset="0"/>
                            </a:rPr>
                            <m:t>𝐴</m:t>
                          </m:r>
                        </m:sub>
                        <m:sup/>
                        <m:e>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𝑦</m:t>
                                      </m:r>
                                    </m:e>
                                    <m:sub>
                                      <m:r>
                                        <a:rPr lang="es-MX" b="0" i="1" smtClean="0">
                                          <a:latin typeface="Cambria Math" panose="02040503050406030204" pitchFamily="18" charset="0"/>
                                        </a:rPr>
                                        <m:t>𝑖</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acc>
                                        <m:accPr>
                                          <m:chr m:val="̅"/>
                                          <m:ctrlPr>
                                            <a:rPr lang="es-MX" b="0" i="1" smtClean="0">
                                              <a:latin typeface="Cambria Math" panose="02040503050406030204" pitchFamily="18" charset="0"/>
                                            </a:rPr>
                                          </m:ctrlPr>
                                        </m:accPr>
                                        <m:e>
                                          <m:r>
                                            <a:rPr lang="es-MX" b="0" i="1" smtClean="0">
                                              <a:latin typeface="Cambria Math" panose="02040503050406030204" pitchFamily="18" charset="0"/>
                                            </a:rPr>
                                            <m:t>𝑦</m:t>
                                          </m:r>
                                        </m:e>
                                      </m:acc>
                                    </m:e>
                                    <m:sub>
                                      <m:r>
                                        <a:rPr lang="es-MX" b="0" i="1" smtClean="0">
                                          <a:latin typeface="Cambria Math" panose="02040503050406030204" pitchFamily="18" charset="0"/>
                                        </a:rPr>
                                        <m:t>𝐴</m:t>
                                      </m:r>
                                    </m:sub>
                                  </m:sSub>
                                </m:e>
                              </m:d>
                            </m:e>
                            <m:sup>
                              <m:r>
                                <a:rPr lang="es-MX" b="0" i="1" smtClean="0">
                                  <a:latin typeface="Cambria Math" panose="02040503050406030204" pitchFamily="18" charset="0"/>
                                </a:rPr>
                                <m:t>2</m:t>
                              </m:r>
                            </m:sup>
                          </m:sSup>
                        </m:e>
                      </m:nary>
                    </m:oMath>
                  </m:oMathPara>
                </a14:m>
                <a:endParaRPr lang="en-US" dirty="0">
                  <a:latin typeface="CMU Sans Serif" panose="02000603000000000000"/>
                </a:endParaRPr>
              </a:p>
              <a:p>
                <a:pPr algn="just"/>
                <a:r>
                  <a:rPr lang="en-US" dirty="0">
                    <a:latin typeface="CMU Sans Serif" panose="02000603000000000000"/>
                  </a:rPr>
                  <a:t>Where </a:t>
                </a:r>
                <a14:m>
                  <m:oMath xmlns:m="http://schemas.openxmlformats.org/officeDocument/2006/math">
                    <m:sSub>
                      <m:sSubPr>
                        <m:ctrlPr>
                          <a:rPr lang="es-MX"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s-MX" b="0" i="1" dirty="0" smtClean="0">
                                <a:latin typeface="Cambria Math" panose="02040503050406030204" pitchFamily="18" charset="0"/>
                              </a:rPr>
                              <m:t>𝑦</m:t>
                            </m:r>
                          </m:e>
                        </m:acc>
                      </m:e>
                      <m:sub>
                        <m:r>
                          <a:rPr lang="es-MX" b="0" i="1" dirty="0" smtClean="0">
                            <a:latin typeface="Cambria Math" panose="02040503050406030204" pitchFamily="18" charset="0"/>
                          </a:rPr>
                          <m:t>𝐴</m:t>
                        </m:r>
                      </m:sub>
                    </m:sSub>
                    <m:r>
                      <a:rPr lang="en-US" i="1" dirty="0" smtClean="0">
                        <a:latin typeface="Cambria Math" panose="02040503050406030204" pitchFamily="18" charset="0"/>
                      </a:rPr>
                      <m:t>​</m:t>
                    </m:r>
                  </m:oMath>
                </a14:m>
                <a:r>
                  <a:rPr lang="en-US" dirty="0">
                    <a:latin typeface="CMU Sans Serif" panose="02000603000000000000"/>
                  </a:rPr>
                  <a:t> is the mean of the target values </a:t>
                </a:r>
                <a14:m>
                  <m:oMath xmlns:m="http://schemas.openxmlformats.org/officeDocument/2006/math">
                    <m:r>
                      <a:rPr lang="es-MX" b="0" i="1" smtClean="0">
                        <a:latin typeface="Cambria Math" panose="02040503050406030204" pitchFamily="18" charset="0"/>
                      </a:rPr>
                      <m:t>𝑦</m:t>
                    </m:r>
                  </m:oMath>
                </a14:m>
                <a:r>
                  <a:rPr lang="en-US" dirty="0">
                    <a:latin typeface="CMU Sans Serif" panose="02000603000000000000"/>
                  </a:rPr>
                  <a:t> within set </a:t>
                </a:r>
                <a14:m>
                  <m:oMath xmlns:m="http://schemas.openxmlformats.org/officeDocument/2006/math">
                    <m:r>
                      <a:rPr lang="es-MX" b="0" i="1" smtClean="0">
                        <a:latin typeface="Cambria Math" panose="02040503050406030204" pitchFamily="18" charset="0"/>
                      </a:rPr>
                      <m:t>𝐴</m:t>
                    </m:r>
                  </m:oMath>
                </a14:m>
                <a:r>
                  <a:rPr lang="en-US" dirty="0">
                    <a:latin typeface="CMU Sans Serif" panose="02000603000000000000"/>
                  </a:rPr>
                  <a:t>.</a:t>
                </a:r>
              </a:p>
              <a:p>
                <a:pPr algn="just"/>
                <a:endParaRPr lang="en-US" dirty="0">
                  <a:latin typeface="CMU Sans Serif" panose="02000603000000000000"/>
                </a:endParaRPr>
              </a:p>
              <a:p>
                <a:pPr marL="285750" indent="-285750" algn="just">
                  <a:buFont typeface="Wingdings" panose="05000000000000000000" pitchFamily="2" charset="2"/>
                  <a:buChar char="§"/>
                </a:pPr>
                <a:r>
                  <a:rPr lang="en-US" b="1" dirty="0">
                    <a:solidFill>
                      <a:srgbClr val="FF0000"/>
                    </a:solidFill>
                    <a:latin typeface="CMU Sans Serif" panose="02000603000000000000"/>
                  </a:rPr>
                  <a:t>Loss function: </a:t>
                </a:r>
                <a:r>
                  <a:rPr lang="en-US" dirty="0"/>
                  <a:t>The algorithm solves the following optimization problem by iterating over all features </a:t>
                </a:r>
                <a14:m>
                  <m:oMath xmlns:m="http://schemas.openxmlformats.org/officeDocument/2006/math">
                    <m:r>
                      <a:rPr lang="es-MX" b="0" i="1" smtClean="0">
                        <a:latin typeface="Cambria Math" panose="02040503050406030204" pitchFamily="18" charset="0"/>
                      </a:rPr>
                      <m:t>𝑗</m:t>
                    </m:r>
                  </m:oMath>
                </a14:m>
                <a:r>
                  <a:rPr lang="en-US" dirty="0"/>
                  <a:t> and thresholds </a:t>
                </a:r>
                <a14:m>
                  <m:oMath xmlns:m="http://schemas.openxmlformats.org/officeDocument/2006/math">
                    <m:r>
                      <a:rPr lang="es-MX" b="0" i="1" smtClean="0">
                        <a:latin typeface="Cambria Math" panose="02040503050406030204" pitchFamily="18" charset="0"/>
                      </a:rPr>
                      <m:t>𝑠</m:t>
                    </m:r>
                  </m:oMath>
                </a14:m>
                <a:r>
                  <a:rPr lang="en-US" dirty="0">
                    <a:latin typeface="CMU Sans Serif" panose="02000603000000000000"/>
                  </a:rPr>
                  <a:t>:</a:t>
                </a:r>
              </a:p>
              <a:p>
                <a:pPr marL="285750" indent="-285750" algn="just">
                  <a:buFont typeface="Wingdings" panose="05000000000000000000" pitchFamily="2" charset="2"/>
                  <a:buChar char="§"/>
                </a:pPr>
                <a:endParaRPr lang="en-US" dirty="0">
                  <a:latin typeface="CMU Sans Serif" panose="02000603000000000000"/>
                </a:endParaRPr>
              </a:p>
              <a:p>
                <a:pPr algn="just"/>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𝑀𝑖𝑛</m:t>
                      </m:r>
                      <m:d>
                        <m:dPr>
                          <m:begChr m:val="{"/>
                          <m:endChr m:val="}"/>
                          <m:ctrlPr>
                            <a:rPr lang="es-MX" b="0" i="1" smtClean="0">
                              <a:latin typeface="Cambria Math" panose="02040503050406030204" pitchFamily="18" charset="0"/>
                            </a:rPr>
                          </m:ctrlPr>
                        </m:dPr>
                        <m:e>
                          <m:r>
                            <a:rPr lang="es-MX" i="1">
                              <a:latin typeface="Cambria Math" panose="02040503050406030204" pitchFamily="18" charset="0"/>
                            </a:rPr>
                            <m:t>𝐶</m:t>
                          </m:r>
                          <m:d>
                            <m:dPr>
                              <m:ctrlPr>
                                <a:rPr lang="es-MX" i="1">
                                  <a:latin typeface="Cambria Math" panose="02040503050406030204" pitchFamily="18" charset="0"/>
                                </a:rPr>
                              </m:ctrlPr>
                            </m:dPr>
                            <m:e>
                              <m:r>
                                <a:rPr lang="es-MX" i="1">
                                  <a:latin typeface="Cambria Math" panose="02040503050406030204" pitchFamily="18" charset="0"/>
                                </a:rPr>
                                <m:t>𝑠</m:t>
                              </m:r>
                              <m:r>
                                <a:rPr lang="es-MX" i="1">
                                  <a:latin typeface="Cambria Math" panose="02040503050406030204" pitchFamily="18" charset="0"/>
                                </a:rPr>
                                <m:t>,</m:t>
                              </m:r>
                              <m:r>
                                <a:rPr lang="es-MX" i="1">
                                  <a:latin typeface="Cambria Math" panose="02040503050406030204" pitchFamily="18" charset="0"/>
                                </a:rPr>
                                <m:t>𝑗</m:t>
                              </m:r>
                            </m:e>
                          </m:d>
                          <m:r>
                            <a:rPr lang="es-MX" i="1">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𝐿</m:t>
                                  </m:r>
                                </m:sub>
                              </m:sSub>
                            </m:num>
                            <m:den>
                              <m:r>
                                <a:rPr lang="es-MX" i="1">
                                  <a:latin typeface="Cambria Math" panose="02040503050406030204" pitchFamily="18" charset="0"/>
                                </a:rPr>
                                <m:t>𝑛</m:t>
                              </m:r>
                            </m:den>
                          </m:f>
                          <m:r>
                            <a:rPr lang="es-MX" b="0" i="1" smtClean="0">
                              <a:latin typeface="Cambria Math" panose="02040503050406030204" pitchFamily="18" charset="0"/>
                            </a:rPr>
                            <m:t>𝑀𝑆𝐸</m:t>
                          </m:r>
                          <m:d>
                            <m:dPr>
                              <m:ctrlPr>
                                <a:rPr lang="es-MX" i="1">
                                  <a:latin typeface="Cambria Math" panose="02040503050406030204" pitchFamily="18" charset="0"/>
                                </a:rPr>
                              </m:ctrlPr>
                            </m:dPr>
                            <m:e>
                              <m:r>
                                <a:rPr lang="es-MX" i="1">
                                  <a:latin typeface="Cambria Math" panose="02040503050406030204" pitchFamily="18" charset="0"/>
                                </a:rPr>
                                <m:t>𝐿</m:t>
                              </m:r>
                              <m:d>
                                <m:dPr>
                                  <m:ctrlPr>
                                    <a:rPr lang="es-MX" i="1">
                                      <a:latin typeface="Cambria Math" panose="02040503050406030204" pitchFamily="18" charset="0"/>
                                    </a:rPr>
                                  </m:ctrlPr>
                                </m:dPr>
                                <m:e>
                                  <m:r>
                                    <a:rPr lang="es-MX" i="1">
                                      <a:latin typeface="Cambria Math" panose="02040503050406030204" pitchFamily="18" charset="0"/>
                                    </a:rPr>
                                    <m:t>𝑠</m:t>
                                  </m:r>
                                  <m:r>
                                    <a:rPr lang="es-MX" i="1">
                                      <a:latin typeface="Cambria Math" panose="02040503050406030204" pitchFamily="18" charset="0"/>
                                    </a:rPr>
                                    <m:t>,</m:t>
                                  </m:r>
                                  <m:r>
                                    <a:rPr lang="es-MX" i="1">
                                      <a:latin typeface="Cambria Math" panose="02040503050406030204" pitchFamily="18" charset="0"/>
                                    </a:rPr>
                                    <m:t>𝑗</m:t>
                                  </m:r>
                                </m:e>
                              </m:d>
                            </m:e>
                          </m:d>
                          <m:r>
                            <a:rPr lang="es-MX" i="1">
                              <a:latin typeface="Cambria Math" panose="02040503050406030204" pitchFamily="18" charset="0"/>
                            </a:rPr>
                            <m:t>+</m:t>
                          </m:r>
                          <m:f>
                            <m:fPr>
                              <m:ctrlPr>
                                <a:rPr lang="es-MX" i="1">
                                  <a:latin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i="1">
                                      <a:latin typeface="Cambria Math" panose="02040503050406030204" pitchFamily="18" charset="0"/>
                                    </a:rPr>
                                    <m:t>𝑅</m:t>
                                  </m:r>
                                </m:sub>
                              </m:sSub>
                            </m:num>
                            <m:den>
                              <m:r>
                                <a:rPr lang="es-MX" i="1">
                                  <a:latin typeface="Cambria Math" panose="02040503050406030204" pitchFamily="18" charset="0"/>
                                </a:rPr>
                                <m:t>𝑛</m:t>
                              </m:r>
                            </m:den>
                          </m:f>
                          <m:r>
                            <a:rPr lang="es-MX" b="0" i="1" smtClean="0">
                              <a:latin typeface="Cambria Math" panose="02040503050406030204" pitchFamily="18" charset="0"/>
                            </a:rPr>
                            <m:t>𝑀𝑆𝐸</m:t>
                          </m:r>
                          <m:r>
                            <a:rPr lang="es-MX" i="1">
                              <a:latin typeface="Cambria Math" panose="02040503050406030204" pitchFamily="18" charset="0"/>
                            </a:rPr>
                            <m:t>(</m:t>
                          </m:r>
                          <m:r>
                            <a:rPr lang="es-MX" i="1">
                              <a:latin typeface="Cambria Math" panose="02040503050406030204" pitchFamily="18" charset="0"/>
                            </a:rPr>
                            <m:t>𝑅</m:t>
                          </m:r>
                          <m:d>
                            <m:dPr>
                              <m:ctrlPr>
                                <a:rPr lang="es-MX" i="1">
                                  <a:latin typeface="Cambria Math" panose="02040503050406030204" pitchFamily="18" charset="0"/>
                                </a:rPr>
                              </m:ctrlPr>
                            </m:dPr>
                            <m:e>
                              <m:r>
                                <a:rPr lang="es-MX" i="1">
                                  <a:latin typeface="Cambria Math" panose="02040503050406030204" pitchFamily="18" charset="0"/>
                                </a:rPr>
                                <m:t>𝑠</m:t>
                              </m:r>
                              <m:r>
                                <a:rPr lang="es-MX" i="1">
                                  <a:latin typeface="Cambria Math" panose="02040503050406030204" pitchFamily="18" charset="0"/>
                                </a:rPr>
                                <m:t>,</m:t>
                              </m:r>
                              <m:r>
                                <a:rPr lang="es-MX" i="1">
                                  <a:latin typeface="Cambria Math" panose="02040503050406030204" pitchFamily="18" charset="0"/>
                                </a:rPr>
                                <m:t>𝑗</m:t>
                              </m:r>
                            </m:e>
                          </m:d>
                          <m:r>
                            <a:rPr lang="es-MX" i="1">
                              <a:latin typeface="Cambria Math" panose="02040503050406030204" pitchFamily="18" charset="0"/>
                            </a:rPr>
                            <m:t>)</m:t>
                          </m:r>
                        </m:e>
                      </m:d>
                    </m:oMath>
                  </m:oMathPara>
                </a14:m>
                <a:endParaRPr lang="en-US" dirty="0">
                  <a:latin typeface="CMU Sans Serif" panose="02000603000000000000"/>
                </a:endParaRPr>
              </a:p>
              <a:p>
                <a:pPr algn="just"/>
                <a:endParaRPr lang="en-US" dirty="0">
                  <a:latin typeface="CMU Sans Serif" panose="02000603000000000000"/>
                </a:endParaRPr>
              </a:p>
              <a:p>
                <a:pPr marL="285750" indent="-285750" algn="just">
                  <a:buFont typeface="Wingdings" panose="05000000000000000000" pitchFamily="2" charset="2"/>
                  <a:buChar char="§"/>
                </a:pPr>
                <a:r>
                  <a:rPr lang="en-US" dirty="0">
                    <a:latin typeface="CMU Sans Serif" panose="02000603000000000000"/>
                  </a:rPr>
                  <a:t>In Regression, the tree operates as a </a:t>
                </a:r>
                <a:r>
                  <a:rPr lang="en-US" b="1" dirty="0">
                    <a:latin typeface="CMU Sans Serif" panose="02000603000000000000"/>
                  </a:rPr>
                  <a:t>local step-function generator</a:t>
                </a:r>
                <a:r>
                  <a:rPr lang="en-US" dirty="0">
                    <a:latin typeface="CMU Sans Serif" panose="02000603000000000000"/>
                  </a:rPr>
                  <a:t>. By minimizing MSE, the algorithm carves the feature space into n-dimensional </a:t>
                </a:r>
                <a:r>
                  <a:rPr lang="en-US" b="1" dirty="0">
                    <a:latin typeface="CMU Sans Serif" panose="02000603000000000000"/>
                  </a:rPr>
                  <a:t>hyper-rectangles</a:t>
                </a:r>
                <a:r>
                  <a:rPr lang="en-US" dirty="0">
                    <a:latin typeface="CMU Sans Serif" panose="02000603000000000000"/>
                  </a:rPr>
                  <a:t>, assigning the local mean as a constant prediction for each. This allows the model to approximate complex non-linear patterns by breaking them down into a sequence of discrete steps, making it exceptionally robust for capturing sudden shifts in data.</a:t>
                </a:r>
              </a:p>
            </p:txBody>
          </p:sp>
        </mc:Choice>
        <mc:Fallback>
          <p:sp>
            <p:nvSpPr>
              <p:cNvPr id="4" name="TextBox 3">
                <a:extLst>
                  <a:ext uri="{FF2B5EF4-FFF2-40B4-BE49-F238E27FC236}">
                    <a16:creationId xmlns:a16="http://schemas.microsoft.com/office/drawing/2014/main" id="{A99D8B94-4702-4E17-9433-1DBA67BC9276}"/>
                  </a:ext>
                </a:extLst>
              </p:cNvPr>
              <p:cNvSpPr txBox="1">
                <a:spLocks noRot="1" noChangeAspect="1" noMove="1" noResize="1" noEditPoints="1" noAdjustHandles="1" noChangeArrowheads="1" noChangeShapeType="1" noTextEdit="1"/>
              </p:cNvSpPr>
              <p:nvPr/>
            </p:nvSpPr>
            <p:spPr>
              <a:xfrm>
                <a:off x="134378" y="1223023"/>
                <a:ext cx="11703126" cy="4859407"/>
              </a:xfrm>
              <a:prstGeom prst="rect">
                <a:avLst/>
              </a:prstGeom>
              <a:blipFill>
                <a:blip r:embed="rId4"/>
                <a:stretch>
                  <a:fillRect l="-417" t="-753" r="-469" b="-1129"/>
                </a:stretch>
              </a:blipFill>
            </p:spPr>
            <p:txBody>
              <a:bodyPr/>
              <a:lstStyle/>
              <a:p>
                <a:r>
                  <a:rPr lang="en-US">
                    <a:noFill/>
                  </a:rPr>
                  <a:t> </a:t>
                </a:r>
              </a:p>
            </p:txBody>
          </p:sp>
        </mc:Fallback>
      </mc:AlternateContent>
    </p:spTree>
    <p:extLst>
      <p:ext uri="{BB962C8B-B14F-4D97-AF65-F5344CB8AC3E}">
        <p14:creationId xmlns:p14="http://schemas.microsoft.com/office/powerpoint/2010/main" val="2331872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Optimization in Regression – Slicing process</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5122" name="Picture 2" descr="Decision Tree Regression graph plot">
            <a:extLst>
              <a:ext uri="{FF2B5EF4-FFF2-40B4-BE49-F238E27FC236}">
                <a16:creationId xmlns:a16="http://schemas.microsoft.com/office/drawing/2014/main" id="{9F8873DA-83B4-4713-9BF3-7916465E1D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6047" y="1223023"/>
            <a:ext cx="9008226" cy="5185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24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Alternative Impurity Criteria</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8" name="TextBox 7">
            <a:extLst>
              <a:ext uri="{FF2B5EF4-FFF2-40B4-BE49-F238E27FC236}">
                <a16:creationId xmlns:a16="http://schemas.microsoft.com/office/drawing/2014/main" id="{ABFD3DE1-47E3-4BE5-A9BF-0AA3624EECB5}"/>
              </a:ext>
            </a:extLst>
          </p:cNvPr>
          <p:cNvSpPr txBox="1"/>
          <p:nvPr/>
        </p:nvSpPr>
        <p:spPr>
          <a:xfrm>
            <a:off x="268357" y="1290503"/>
            <a:ext cx="11569147" cy="369332"/>
          </a:xfrm>
          <a:prstGeom prst="rect">
            <a:avLst/>
          </a:prstGeom>
          <a:noFill/>
        </p:spPr>
        <p:txBody>
          <a:bodyPr wrap="square" rtlCol="0">
            <a:spAutoFit/>
          </a:bodyPr>
          <a:lstStyle/>
          <a:p>
            <a:pPr marL="285750" indent="-285750">
              <a:buFont typeface="Wingdings" panose="05000000000000000000" pitchFamily="2" charset="2"/>
              <a:buChar char="§"/>
            </a:pPr>
            <a:r>
              <a:rPr lang="en-US" dirty="0"/>
              <a:t>The </a:t>
            </a:r>
            <a:r>
              <a:rPr lang="en-US" b="1" dirty="0"/>
              <a:t>C</a:t>
            </a:r>
            <a:r>
              <a:rPr lang="en-US" dirty="0"/>
              <a:t>lassification </a:t>
            </a:r>
            <a:r>
              <a:rPr lang="en-US" b="1" dirty="0"/>
              <a:t>A</a:t>
            </a:r>
            <a:r>
              <a:rPr lang="en-US" dirty="0"/>
              <a:t>nd </a:t>
            </a:r>
            <a:r>
              <a:rPr lang="en-US" b="1" dirty="0"/>
              <a:t>R</a:t>
            </a:r>
            <a:r>
              <a:rPr lang="en-US" dirty="0"/>
              <a:t>egression </a:t>
            </a:r>
            <a:r>
              <a:rPr lang="en-US" b="1" dirty="0"/>
              <a:t>T</a:t>
            </a:r>
            <a:r>
              <a:rPr lang="en-US" dirty="0"/>
              <a:t>rees (CART) Framework &amp; Information Gain:</a:t>
            </a:r>
          </a:p>
        </p:txBody>
      </p:sp>
      <p:graphicFrame>
        <p:nvGraphicFramePr>
          <p:cNvPr id="11" name="Table 11">
            <a:extLst>
              <a:ext uri="{FF2B5EF4-FFF2-40B4-BE49-F238E27FC236}">
                <a16:creationId xmlns:a16="http://schemas.microsoft.com/office/drawing/2014/main" id="{D3814C4F-E658-4C5B-8D82-7426DC34E999}"/>
              </a:ext>
            </a:extLst>
          </p:cNvPr>
          <p:cNvGraphicFramePr>
            <a:graphicFrameLocks noGrp="1"/>
          </p:cNvGraphicFramePr>
          <p:nvPr>
            <p:extLst>
              <p:ext uri="{D42A27DB-BD31-4B8C-83A1-F6EECF244321}">
                <p14:modId xmlns:p14="http://schemas.microsoft.com/office/powerpoint/2010/main" val="1954629972"/>
              </p:ext>
            </p:extLst>
          </p:nvPr>
        </p:nvGraphicFramePr>
        <p:xfrm>
          <a:off x="497681" y="1812136"/>
          <a:ext cx="11041650" cy="4623220"/>
        </p:xfrm>
        <a:graphic>
          <a:graphicData uri="http://schemas.openxmlformats.org/drawingml/2006/table">
            <a:tbl>
              <a:tblPr firstRow="1" bandRow="1">
                <a:tableStyleId>{5C22544A-7EE6-4342-B048-85BDC9FD1C3A}</a:tableStyleId>
              </a:tblPr>
              <a:tblGrid>
                <a:gridCol w="3680550">
                  <a:extLst>
                    <a:ext uri="{9D8B030D-6E8A-4147-A177-3AD203B41FA5}">
                      <a16:colId xmlns:a16="http://schemas.microsoft.com/office/drawing/2014/main" val="1248962053"/>
                    </a:ext>
                  </a:extLst>
                </a:gridCol>
                <a:gridCol w="3680550">
                  <a:extLst>
                    <a:ext uri="{9D8B030D-6E8A-4147-A177-3AD203B41FA5}">
                      <a16:colId xmlns:a16="http://schemas.microsoft.com/office/drawing/2014/main" val="3058928913"/>
                    </a:ext>
                  </a:extLst>
                </a:gridCol>
                <a:gridCol w="3680550">
                  <a:extLst>
                    <a:ext uri="{9D8B030D-6E8A-4147-A177-3AD203B41FA5}">
                      <a16:colId xmlns:a16="http://schemas.microsoft.com/office/drawing/2014/main" val="3121715575"/>
                    </a:ext>
                  </a:extLst>
                </a:gridCol>
              </a:tblGrid>
              <a:tr h="334423">
                <a:tc>
                  <a:txBody>
                    <a:bodyPr/>
                    <a:lstStyle/>
                    <a:p>
                      <a:pPr algn="ctr"/>
                      <a:r>
                        <a:rPr lang="en-US" sz="1600" b="1" dirty="0">
                          <a:effectLst/>
                          <a:latin typeface="Google Sans Text"/>
                        </a:rPr>
                        <a:t>Metric</a:t>
                      </a:r>
                      <a:endParaRPr lang="en-US" sz="1600" dirty="0">
                        <a:effectLst/>
                        <a:latin typeface="Google Sans Text"/>
                      </a:endParaRPr>
                    </a:p>
                  </a:txBody>
                  <a:tcPr anchor="ctr"/>
                </a:tc>
                <a:tc>
                  <a:txBody>
                    <a:bodyPr/>
                    <a:lstStyle/>
                    <a:p>
                      <a:pPr algn="ctr"/>
                      <a:r>
                        <a:rPr lang="en-US" sz="1600" b="1">
                          <a:effectLst/>
                          <a:latin typeface="Google Sans Text"/>
                        </a:rPr>
                        <a:t>Domain</a:t>
                      </a:r>
                      <a:endParaRPr lang="en-US" sz="1600">
                        <a:effectLst/>
                        <a:latin typeface="Google Sans Text"/>
                      </a:endParaRPr>
                    </a:p>
                  </a:txBody>
                  <a:tcPr anchor="ctr"/>
                </a:tc>
                <a:tc>
                  <a:txBody>
                    <a:bodyPr/>
                    <a:lstStyle/>
                    <a:p>
                      <a:pPr algn="ctr"/>
                      <a:r>
                        <a:rPr lang="en-US" sz="1600" b="1" dirty="0">
                          <a:effectLst/>
                          <a:latin typeface="Google Sans Text"/>
                        </a:rPr>
                        <a:t>Logic for the Model</a:t>
                      </a:r>
                      <a:endParaRPr lang="en-US" sz="1600" dirty="0">
                        <a:effectLst/>
                        <a:latin typeface="Google Sans Text"/>
                      </a:endParaRPr>
                    </a:p>
                  </a:txBody>
                  <a:tcPr anchor="ctr"/>
                </a:tc>
                <a:extLst>
                  <a:ext uri="{0D108BD9-81ED-4DB2-BD59-A6C34878D82A}">
                    <a16:rowId xmlns:a16="http://schemas.microsoft.com/office/drawing/2014/main" val="3579343354"/>
                  </a:ext>
                </a:extLst>
              </a:tr>
              <a:tr h="1071985">
                <a:tc>
                  <a:txBody>
                    <a:bodyPr/>
                    <a:lstStyle/>
                    <a:p>
                      <a:pPr algn="ctr"/>
                      <a:r>
                        <a:rPr lang="en-US" sz="2000" b="1" dirty="0">
                          <a:effectLst/>
                          <a:latin typeface="Google Sans Text"/>
                        </a:rPr>
                        <a:t>Gini Impurity</a:t>
                      </a:r>
                      <a:endParaRPr lang="en-US" sz="2000" dirty="0">
                        <a:effectLst/>
                        <a:latin typeface="Google Sans Text"/>
                      </a:endParaRPr>
                    </a:p>
                  </a:txBody>
                  <a:tcPr anchor="ctr"/>
                </a:tc>
                <a:tc>
                  <a:txBody>
                    <a:bodyPr/>
                    <a:lstStyle/>
                    <a:p>
                      <a:pPr algn="ctr"/>
                      <a:r>
                        <a:rPr lang="en-US" sz="2000" dirty="0">
                          <a:effectLst/>
                          <a:latin typeface="Google Sans Text"/>
                        </a:rPr>
                        <a:t>Classification</a:t>
                      </a:r>
                    </a:p>
                  </a:txBody>
                  <a:tcPr anchor="ctr"/>
                </a:tc>
                <a:tc>
                  <a:txBody>
                    <a:bodyPr/>
                    <a:lstStyle/>
                    <a:p>
                      <a:pPr algn="just"/>
                      <a:r>
                        <a:rPr lang="en-US" sz="1600">
                          <a:effectLst/>
                          <a:latin typeface="Google Sans Text"/>
                        </a:rPr>
                        <a:t>Measures the probability of a random element being misclassified. </a:t>
                      </a:r>
                      <a:r>
                        <a:rPr lang="en-US" sz="1600" b="1">
                          <a:effectLst/>
                          <a:latin typeface="Google Sans Text"/>
                        </a:rPr>
                        <a:t>Faster</a:t>
                      </a:r>
                      <a:r>
                        <a:rPr lang="en-US" sz="1600">
                          <a:effectLst/>
                          <a:latin typeface="Google Sans Text"/>
                        </a:rPr>
                        <a:t> (no logs).</a:t>
                      </a:r>
                    </a:p>
                  </a:txBody>
                  <a:tcPr anchor="ctr"/>
                </a:tc>
                <a:extLst>
                  <a:ext uri="{0D108BD9-81ED-4DB2-BD59-A6C34878D82A}">
                    <a16:rowId xmlns:a16="http://schemas.microsoft.com/office/drawing/2014/main" val="3765353020"/>
                  </a:ext>
                </a:extLst>
              </a:tr>
              <a:tr h="1071985">
                <a:tc>
                  <a:txBody>
                    <a:bodyPr/>
                    <a:lstStyle/>
                    <a:p>
                      <a:pPr algn="ctr"/>
                      <a:r>
                        <a:rPr lang="en-US" sz="2000" b="1" dirty="0">
                          <a:effectLst/>
                          <a:latin typeface="Google Sans Text"/>
                        </a:rPr>
                        <a:t>Entropy</a:t>
                      </a:r>
                      <a:endParaRPr lang="en-US" sz="2000" dirty="0">
                        <a:effectLst/>
                        <a:latin typeface="Google Sans Text"/>
                      </a:endParaRPr>
                    </a:p>
                  </a:txBody>
                  <a:tcPr anchor="ctr"/>
                </a:tc>
                <a:tc>
                  <a:txBody>
                    <a:bodyPr/>
                    <a:lstStyle/>
                    <a:p>
                      <a:pPr algn="ctr"/>
                      <a:r>
                        <a:rPr lang="en-US" sz="2000" dirty="0">
                          <a:effectLst/>
                          <a:latin typeface="Google Sans Text"/>
                        </a:rPr>
                        <a:t>Classification</a:t>
                      </a:r>
                    </a:p>
                  </a:txBody>
                  <a:tcPr anchor="ctr"/>
                </a:tc>
                <a:tc>
                  <a:txBody>
                    <a:bodyPr/>
                    <a:lstStyle/>
                    <a:p>
                      <a:pPr algn="just"/>
                      <a:r>
                        <a:rPr lang="en-US" sz="1600">
                          <a:effectLst/>
                          <a:latin typeface="Google Sans Text"/>
                        </a:rPr>
                        <a:t>Measures the "Information Bits" (uncertainty). </a:t>
                      </a:r>
                      <a:r>
                        <a:rPr lang="en-US" sz="1600" b="1">
                          <a:effectLst/>
                          <a:latin typeface="Google Sans Text"/>
                        </a:rPr>
                        <a:t>Strict</a:t>
                      </a:r>
                      <a:r>
                        <a:rPr lang="en-US" sz="1600">
                          <a:effectLst/>
                          <a:latin typeface="Google Sans Text"/>
                        </a:rPr>
                        <a:t>; penalizes mixed nodes more aggressively.</a:t>
                      </a:r>
                    </a:p>
                  </a:txBody>
                  <a:tcPr anchor="ctr"/>
                </a:tc>
                <a:extLst>
                  <a:ext uri="{0D108BD9-81ED-4DB2-BD59-A6C34878D82A}">
                    <a16:rowId xmlns:a16="http://schemas.microsoft.com/office/drawing/2014/main" val="3233050652"/>
                  </a:ext>
                </a:extLst>
              </a:tr>
              <a:tr h="1071985">
                <a:tc>
                  <a:txBody>
                    <a:bodyPr/>
                    <a:lstStyle/>
                    <a:p>
                      <a:pPr algn="ctr"/>
                      <a:r>
                        <a:rPr lang="en-US" sz="2000" b="1" dirty="0">
                          <a:effectLst/>
                          <a:latin typeface="Google Sans Text"/>
                        </a:rPr>
                        <a:t>Information Gain</a:t>
                      </a:r>
                      <a:endParaRPr lang="en-US" sz="2000" dirty="0">
                        <a:effectLst/>
                        <a:latin typeface="Google Sans Text"/>
                      </a:endParaRPr>
                    </a:p>
                  </a:txBody>
                  <a:tcPr anchor="ctr"/>
                </a:tc>
                <a:tc>
                  <a:txBody>
                    <a:bodyPr/>
                    <a:lstStyle/>
                    <a:p>
                      <a:pPr algn="ctr"/>
                      <a:r>
                        <a:rPr lang="en-US" sz="2000" dirty="0">
                          <a:effectLst/>
                          <a:latin typeface="Google Sans Text"/>
                        </a:rPr>
                        <a:t>Classification</a:t>
                      </a:r>
                    </a:p>
                  </a:txBody>
                  <a:tcPr anchor="ctr"/>
                </a:tc>
                <a:tc>
                  <a:txBody>
                    <a:bodyPr/>
                    <a:lstStyle/>
                    <a:p>
                      <a:pPr algn="just"/>
                      <a:r>
                        <a:rPr lang="en-US" sz="1600" dirty="0">
                          <a:effectLst/>
                          <a:latin typeface="Google Sans Text"/>
                        </a:rPr>
                        <a:t>The </a:t>
                      </a:r>
                      <a:r>
                        <a:rPr lang="en-US" sz="1600" b="1" dirty="0">
                          <a:effectLst/>
                          <a:latin typeface="Google Sans Text"/>
                        </a:rPr>
                        <a:t>delta</a:t>
                      </a:r>
                      <a:r>
                        <a:rPr lang="en-US" sz="1600" dirty="0">
                          <a:effectLst/>
                          <a:latin typeface="Google Sans Text"/>
                        </a:rPr>
                        <a:t> or "profit" in information. The algorithm selects the split that </a:t>
                      </a:r>
                      <a:r>
                        <a:rPr lang="en-US" sz="1600" b="1" dirty="0">
                          <a:effectLst/>
                          <a:latin typeface="Google Sans Text"/>
                        </a:rPr>
                        <a:t>maximizes</a:t>
                      </a:r>
                      <a:r>
                        <a:rPr lang="en-US" sz="1600" dirty="0">
                          <a:effectLst/>
                          <a:latin typeface="Google Sans Text"/>
                        </a:rPr>
                        <a:t> this gain.</a:t>
                      </a:r>
                    </a:p>
                  </a:txBody>
                  <a:tcPr anchor="ctr"/>
                </a:tc>
                <a:extLst>
                  <a:ext uri="{0D108BD9-81ED-4DB2-BD59-A6C34878D82A}">
                    <a16:rowId xmlns:a16="http://schemas.microsoft.com/office/drawing/2014/main" val="3078825168"/>
                  </a:ext>
                </a:extLst>
              </a:tr>
              <a:tr h="1071985">
                <a:tc>
                  <a:txBody>
                    <a:bodyPr/>
                    <a:lstStyle/>
                    <a:p>
                      <a:pPr algn="ctr"/>
                      <a:r>
                        <a:rPr lang="en-US" sz="2000" b="1" dirty="0">
                          <a:effectLst/>
                          <a:latin typeface="Google Sans Text"/>
                        </a:rPr>
                        <a:t>MSE / Variance</a:t>
                      </a:r>
                      <a:endParaRPr lang="en-US" sz="2000" dirty="0">
                        <a:effectLst/>
                        <a:latin typeface="Google Sans Text"/>
                      </a:endParaRPr>
                    </a:p>
                  </a:txBody>
                  <a:tcPr anchor="ctr"/>
                </a:tc>
                <a:tc>
                  <a:txBody>
                    <a:bodyPr/>
                    <a:lstStyle/>
                    <a:p>
                      <a:pPr algn="ctr"/>
                      <a:r>
                        <a:rPr lang="en-US" sz="2000" dirty="0">
                          <a:effectLst/>
                          <a:latin typeface="Google Sans Text"/>
                        </a:rPr>
                        <a:t>Regression</a:t>
                      </a:r>
                    </a:p>
                  </a:txBody>
                  <a:tcPr anchor="ctr"/>
                </a:tc>
                <a:tc>
                  <a:txBody>
                    <a:bodyPr/>
                    <a:lstStyle/>
                    <a:p>
                      <a:pPr algn="just"/>
                      <a:r>
                        <a:rPr lang="en-US" sz="1600" dirty="0">
                          <a:effectLst/>
                          <a:latin typeface="Google Sans Text"/>
                        </a:rPr>
                        <a:t>Measures the "spread" of continuous values. The goal is to minimize internal variance within the leaf.</a:t>
                      </a:r>
                    </a:p>
                  </a:txBody>
                  <a:tcPr anchor="ctr"/>
                </a:tc>
                <a:extLst>
                  <a:ext uri="{0D108BD9-81ED-4DB2-BD59-A6C34878D82A}">
                    <a16:rowId xmlns:a16="http://schemas.microsoft.com/office/drawing/2014/main" val="3067133115"/>
                  </a:ext>
                </a:extLst>
              </a:tr>
            </a:tbl>
          </a:graphicData>
        </a:graphic>
      </p:graphicFrame>
    </p:spTree>
    <p:extLst>
      <p:ext uri="{BB962C8B-B14F-4D97-AF65-F5344CB8AC3E}">
        <p14:creationId xmlns:p14="http://schemas.microsoft.com/office/powerpoint/2010/main" val="1028205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Stopping Criteria &amp; Hyperparameters</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8" name="TextBox 7">
            <a:extLst>
              <a:ext uri="{FF2B5EF4-FFF2-40B4-BE49-F238E27FC236}">
                <a16:creationId xmlns:a16="http://schemas.microsoft.com/office/drawing/2014/main" id="{ABFD3DE1-47E3-4BE5-A9BF-0AA3624EECB5}"/>
              </a:ext>
            </a:extLst>
          </p:cNvPr>
          <p:cNvSpPr txBox="1"/>
          <p:nvPr/>
        </p:nvSpPr>
        <p:spPr>
          <a:xfrm>
            <a:off x="268357" y="1290503"/>
            <a:ext cx="11569147" cy="64633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t>A tree with no constraints will grow until every leaf is pure (G=0), leading to </a:t>
            </a:r>
            <a:r>
              <a:rPr lang="en-US" b="1" dirty="0"/>
              <a:t>overfitting</a:t>
            </a:r>
            <a:r>
              <a:rPr lang="en-US" dirty="0"/>
              <a:t>. We use hyperparameters to restrict growth and improve generalization.</a:t>
            </a:r>
          </a:p>
        </p:txBody>
      </p:sp>
      <p:graphicFrame>
        <p:nvGraphicFramePr>
          <p:cNvPr id="4" name="Table 4">
            <a:extLst>
              <a:ext uri="{FF2B5EF4-FFF2-40B4-BE49-F238E27FC236}">
                <a16:creationId xmlns:a16="http://schemas.microsoft.com/office/drawing/2014/main" id="{EE868527-68F0-499F-A565-5A76406A240A}"/>
              </a:ext>
            </a:extLst>
          </p:cNvPr>
          <p:cNvGraphicFramePr>
            <a:graphicFrameLocks noGrp="1"/>
          </p:cNvGraphicFramePr>
          <p:nvPr>
            <p:extLst>
              <p:ext uri="{D42A27DB-BD31-4B8C-83A1-F6EECF244321}">
                <p14:modId xmlns:p14="http://schemas.microsoft.com/office/powerpoint/2010/main" val="1921692218"/>
              </p:ext>
            </p:extLst>
          </p:nvPr>
        </p:nvGraphicFramePr>
        <p:xfrm>
          <a:off x="729974" y="2316479"/>
          <a:ext cx="10580756" cy="3706632"/>
        </p:xfrm>
        <a:graphic>
          <a:graphicData uri="http://schemas.openxmlformats.org/drawingml/2006/table">
            <a:tbl>
              <a:tblPr firstRow="1" bandRow="1">
                <a:tableStyleId>{5C22544A-7EE6-4342-B048-85BDC9FD1C3A}</a:tableStyleId>
              </a:tblPr>
              <a:tblGrid>
                <a:gridCol w="2645189">
                  <a:extLst>
                    <a:ext uri="{9D8B030D-6E8A-4147-A177-3AD203B41FA5}">
                      <a16:colId xmlns:a16="http://schemas.microsoft.com/office/drawing/2014/main" val="3830563299"/>
                    </a:ext>
                  </a:extLst>
                </a:gridCol>
                <a:gridCol w="2645189">
                  <a:extLst>
                    <a:ext uri="{9D8B030D-6E8A-4147-A177-3AD203B41FA5}">
                      <a16:colId xmlns:a16="http://schemas.microsoft.com/office/drawing/2014/main" val="1328512023"/>
                    </a:ext>
                  </a:extLst>
                </a:gridCol>
                <a:gridCol w="2645189">
                  <a:extLst>
                    <a:ext uri="{9D8B030D-6E8A-4147-A177-3AD203B41FA5}">
                      <a16:colId xmlns:a16="http://schemas.microsoft.com/office/drawing/2014/main" val="1649810570"/>
                    </a:ext>
                  </a:extLst>
                </a:gridCol>
                <a:gridCol w="2645189">
                  <a:extLst>
                    <a:ext uri="{9D8B030D-6E8A-4147-A177-3AD203B41FA5}">
                      <a16:colId xmlns:a16="http://schemas.microsoft.com/office/drawing/2014/main" val="2524915834"/>
                    </a:ext>
                  </a:extLst>
                </a:gridCol>
              </a:tblGrid>
              <a:tr h="617772">
                <a:tc>
                  <a:txBody>
                    <a:bodyPr/>
                    <a:lstStyle/>
                    <a:p>
                      <a:pPr algn="ctr" rtl="0" fontAlgn="b"/>
                      <a:r>
                        <a:rPr lang="en-US" dirty="0">
                          <a:effectLst/>
                        </a:rPr>
                        <a:t>Hyperparameter</a:t>
                      </a:r>
                    </a:p>
                  </a:txBody>
                  <a:tcPr marL="19050" marR="19050" marT="12700" marB="12700" anchor="ctr"/>
                </a:tc>
                <a:tc>
                  <a:txBody>
                    <a:bodyPr/>
                    <a:lstStyle/>
                    <a:p>
                      <a:pPr algn="ctr" rtl="0" fontAlgn="b"/>
                      <a:r>
                        <a:rPr lang="en-US">
                          <a:effectLst/>
                        </a:rPr>
                        <a:t>Functional Objective</a:t>
                      </a:r>
                    </a:p>
                  </a:txBody>
                  <a:tcPr marL="19050" marR="19050" marT="12700" marB="12700" anchor="ctr"/>
                </a:tc>
                <a:tc>
                  <a:txBody>
                    <a:bodyPr/>
                    <a:lstStyle/>
                    <a:p>
                      <a:pPr algn="ctr" rtl="0" fontAlgn="b"/>
                      <a:r>
                        <a:rPr lang="en-US">
                          <a:effectLst/>
                        </a:rPr>
                        <a:t>Operational Impact</a:t>
                      </a:r>
                    </a:p>
                  </a:txBody>
                  <a:tcPr marL="19050" marR="19050" marT="12700" marB="12700" anchor="ctr"/>
                </a:tc>
                <a:tc>
                  <a:txBody>
                    <a:bodyPr/>
                    <a:lstStyle/>
                    <a:p>
                      <a:pPr algn="ctr" rtl="0" fontAlgn="b"/>
                      <a:r>
                        <a:rPr lang="en-US" dirty="0">
                          <a:effectLst/>
                        </a:rPr>
                        <a:t>Typical Range</a:t>
                      </a:r>
                    </a:p>
                  </a:txBody>
                  <a:tcPr marL="19050" marR="19050" marT="12700" marB="12700" anchor="ctr"/>
                </a:tc>
                <a:extLst>
                  <a:ext uri="{0D108BD9-81ED-4DB2-BD59-A6C34878D82A}">
                    <a16:rowId xmlns:a16="http://schemas.microsoft.com/office/drawing/2014/main" val="1103058426"/>
                  </a:ext>
                </a:extLst>
              </a:tr>
              <a:tr h="617772">
                <a:tc>
                  <a:txBody>
                    <a:bodyPr/>
                    <a:lstStyle/>
                    <a:p>
                      <a:pPr lvl="1" rtl="0" fontAlgn="b"/>
                      <a:r>
                        <a:rPr lang="en-US" b="1" dirty="0" err="1">
                          <a:effectLst/>
                        </a:rPr>
                        <a:t>max_depth</a:t>
                      </a:r>
                      <a:endParaRPr lang="en-US" b="1" dirty="0">
                        <a:effectLst/>
                      </a:endParaRPr>
                    </a:p>
                  </a:txBody>
                  <a:tcPr marL="19050" marR="19050" marT="12700" marB="12700" anchor="ctr"/>
                </a:tc>
                <a:tc>
                  <a:txBody>
                    <a:bodyPr/>
                    <a:lstStyle/>
                    <a:p>
                      <a:pPr lvl="1" rtl="0" fontAlgn="b"/>
                      <a:r>
                        <a:rPr lang="en-US" dirty="0">
                          <a:effectLst/>
                        </a:rPr>
                        <a:t>Limits tree height</a:t>
                      </a:r>
                    </a:p>
                  </a:txBody>
                  <a:tcPr marL="19050" marR="19050" marT="12700" marB="12700" anchor="ctr"/>
                </a:tc>
                <a:tc>
                  <a:txBody>
                    <a:bodyPr/>
                    <a:lstStyle/>
                    <a:p>
                      <a:pPr lvl="1" rtl="0" fontAlgn="b"/>
                      <a:r>
                        <a:rPr lang="en-US">
                          <a:effectLst/>
                        </a:rPr>
                        <a:t>Constrains feature interaction depth.</a:t>
                      </a:r>
                    </a:p>
                  </a:txBody>
                  <a:tcPr marL="19050" marR="19050" marT="12700" marB="12700" anchor="ctr"/>
                </a:tc>
                <a:tc>
                  <a:txBody>
                    <a:bodyPr/>
                    <a:lstStyle/>
                    <a:p>
                      <a:pPr lvl="1" rtl="0" fontAlgn="b"/>
                      <a:r>
                        <a:rPr lang="en-US" dirty="0">
                          <a:effectLst/>
                        </a:rPr>
                        <a:t>[3,20]</a:t>
                      </a:r>
                    </a:p>
                  </a:txBody>
                  <a:tcPr marL="19050" marR="19050" marT="12700" marB="12700" anchor="ctr"/>
                </a:tc>
                <a:extLst>
                  <a:ext uri="{0D108BD9-81ED-4DB2-BD59-A6C34878D82A}">
                    <a16:rowId xmlns:a16="http://schemas.microsoft.com/office/drawing/2014/main" val="354052026"/>
                  </a:ext>
                </a:extLst>
              </a:tr>
              <a:tr h="617772">
                <a:tc>
                  <a:txBody>
                    <a:bodyPr/>
                    <a:lstStyle/>
                    <a:p>
                      <a:pPr lvl="1" rtl="0" fontAlgn="b"/>
                      <a:r>
                        <a:rPr lang="en-US" b="1" dirty="0" err="1">
                          <a:effectLst/>
                        </a:rPr>
                        <a:t>min_samples_split</a:t>
                      </a:r>
                      <a:endParaRPr lang="en-US" b="1" dirty="0">
                        <a:effectLst/>
                      </a:endParaRPr>
                    </a:p>
                  </a:txBody>
                  <a:tcPr marL="19050" marR="19050" marT="12700" marB="12700" anchor="ctr"/>
                </a:tc>
                <a:tc>
                  <a:txBody>
                    <a:bodyPr/>
                    <a:lstStyle/>
                    <a:p>
                      <a:pPr lvl="1" rtl="0" fontAlgn="b"/>
                      <a:r>
                        <a:rPr lang="en-US">
                          <a:effectLst/>
                        </a:rPr>
                        <a:t>Pre-split requirement</a:t>
                      </a:r>
                    </a:p>
                  </a:txBody>
                  <a:tcPr marL="19050" marR="19050" marT="12700" marB="12700" anchor="ctr"/>
                </a:tc>
                <a:tc>
                  <a:txBody>
                    <a:bodyPr/>
                    <a:lstStyle/>
                    <a:p>
                      <a:pPr lvl="1" rtl="0" fontAlgn="b"/>
                      <a:r>
                        <a:rPr lang="en-US">
                          <a:effectLst/>
                        </a:rPr>
                        <a:t>Prevents splitting small, noisy clusters.</a:t>
                      </a:r>
                    </a:p>
                  </a:txBody>
                  <a:tcPr marL="19050" marR="19050" marT="12700" marB="12700" anchor="ctr"/>
                </a:tc>
                <a:tc>
                  <a:txBody>
                    <a:bodyPr/>
                    <a:lstStyle/>
                    <a:p>
                      <a:pPr lvl="1" rtl="0" fontAlgn="b"/>
                      <a:r>
                        <a:rPr lang="en-US">
                          <a:effectLst/>
                        </a:rPr>
                        <a:t>[2,50]</a:t>
                      </a:r>
                    </a:p>
                  </a:txBody>
                  <a:tcPr marL="19050" marR="19050" marT="12700" marB="12700" anchor="ctr"/>
                </a:tc>
                <a:extLst>
                  <a:ext uri="{0D108BD9-81ED-4DB2-BD59-A6C34878D82A}">
                    <a16:rowId xmlns:a16="http://schemas.microsoft.com/office/drawing/2014/main" val="1449942892"/>
                  </a:ext>
                </a:extLst>
              </a:tr>
              <a:tr h="617772">
                <a:tc>
                  <a:txBody>
                    <a:bodyPr/>
                    <a:lstStyle/>
                    <a:p>
                      <a:pPr lvl="1" rtl="0" fontAlgn="b"/>
                      <a:r>
                        <a:rPr lang="en-US" b="1" dirty="0" err="1">
                          <a:effectLst/>
                        </a:rPr>
                        <a:t>min_samples_leaf</a:t>
                      </a:r>
                      <a:endParaRPr lang="en-US" b="1" dirty="0">
                        <a:effectLst/>
                      </a:endParaRPr>
                    </a:p>
                  </a:txBody>
                  <a:tcPr marL="19050" marR="19050" marT="12700" marB="12700" anchor="ctr"/>
                </a:tc>
                <a:tc>
                  <a:txBody>
                    <a:bodyPr/>
                    <a:lstStyle/>
                    <a:p>
                      <a:pPr lvl="1" rtl="0" fontAlgn="b"/>
                      <a:r>
                        <a:rPr lang="en-US">
                          <a:effectLst/>
                        </a:rPr>
                        <a:t>Minimum leaf size</a:t>
                      </a:r>
                    </a:p>
                  </a:txBody>
                  <a:tcPr marL="19050" marR="19050" marT="12700" marB="12700" anchor="ctr"/>
                </a:tc>
                <a:tc>
                  <a:txBody>
                    <a:bodyPr/>
                    <a:lstStyle/>
                    <a:p>
                      <a:pPr lvl="1" rtl="0" fontAlgn="b"/>
                      <a:r>
                        <a:rPr lang="en-US" dirty="0">
                          <a:effectLst/>
                        </a:rPr>
                        <a:t>Smooths predictions; reduces variance.</a:t>
                      </a:r>
                    </a:p>
                  </a:txBody>
                  <a:tcPr marL="19050" marR="19050" marT="12700" marB="12700" anchor="ctr"/>
                </a:tc>
                <a:tc>
                  <a:txBody>
                    <a:bodyPr/>
                    <a:lstStyle/>
                    <a:p>
                      <a:pPr lvl="1" rtl="0" fontAlgn="b"/>
                      <a:r>
                        <a:rPr lang="en-US">
                          <a:effectLst/>
                        </a:rPr>
                        <a:t>[1,20]</a:t>
                      </a:r>
                    </a:p>
                  </a:txBody>
                  <a:tcPr marL="19050" marR="19050" marT="12700" marB="12700" anchor="ctr"/>
                </a:tc>
                <a:extLst>
                  <a:ext uri="{0D108BD9-81ED-4DB2-BD59-A6C34878D82A}">
                    <a16:rowId xmlns:a16="http://schemas.microsoft.com/office/drawing/2014/main" val="3062447672"/>
                  </a:ext>
                </a:extLst>
              </a:tr>
              <a:tr h="617772">
                <a:tc>
                  <a:txBody>
                    <a:bodyPr/>
                    <a:lstStyle/>
                    <a:p>
                      <a:pPr lvl="1" rtl="0" fontAlgn="b"/>
                      <a:r>
                        <a:rPr lang="en-US" b="1" dirty="0" err="1">
                          <a:effectLst/>
                        </a:rPr>
                        <a:t>max_leaf_nodes</a:t>
                      </a:r>
                      <a:endParaRPr lang="en-US" b="1" dirty="0">
                        <a:effectLst/>
                      </a:endParaRPr>
                    </a:p>
                  </a:txBody>
                  <a:tcPr marL="19050" marR="19050" marT="12700" marB="12700" anchor="ctr"/>
                </a:tc>
                <a:tc>
                  <a:txBody>
                    <a:bodyPr/>
                    <a:lstStyle/>
                    <a:p>
                      <a:pPr lvl="1" rtl="0" fontAlgn="b"/>
                      <a:r>
                        <a:rPr lang="en-US">
                          <a:effectLst/>
                        </a:rPr>
                        <a:t>Caps total complexity</a:t>
                      </a:r>
                    </a:p>
                  </a:txBody>
                  <a:tcPr marL="19050" marR="19050" marT="12700" marB="12700" anchor="ctr"/>
                </a:tc>
                <a:tc>
                  <a:txBody>
                    <a:bodyPr/>
                    <a:lstStyle/>
                    <a:p>
                      <a:pPr lvl="1" rtl="0" fontAlgn="b"/>
                      <a:r>
                        <a:rPr lang="en-US">
                          <a:effectLst/>
                        </a:rPr>
                        <a:t>Limits the number of "step-functions."</a:t>
                      </a:r>
                    </a:p>
                  </a:txBody>
                  <a:tcPr marL="19050" marR="19050" marT="12700" marB="12700" anchor="ctr"/>
                </a:tc>
                <a:tc>
                  <a:txBody>
                    <a:bodyPr/>
                    <a:lstStyle/>
                    <a:p>
                      <a:pPr lvl="1" rtl="0" fontAlgn="b"/>
                      <a:r>
                        <a:rPr lang="en-US" dirty="0">
                          <a:effectLst/>
                        </a:rPr>
                        <a:t>[10,100+]</a:t>
                      </a:r>
                    </a:p>
                  </a:txBody>
                  <a:tcPr marL="19050" marR="19050" marT="12700" marB="12700" anchor="ctr"/>
                </a:tc>
                <a:extLst>
                  <a:ext uri="{0D108BD9-81ED-4DB2-BD59-A6C34878D82A}">
                    <a16:rowId xmlns:a16="http://schemas.microsoft.com/office/drawing/2014/main" val="179885291"/>
                  </a:ext>
                </a:extLst>
              </a:tr>
              <a:tr h="617772">
                <a:tc>
                  <a:txBody>
                    <a:bodyPr/>
                    <a:lstStyle/>
                    <a:p>
                      <a:pPr lvl="1" rtl="0" fontAlgn="b"/>
                      <a:r>
                        <a:rPr lang="en-US" b="1" dirty="0">
                          <a:effectLst/>
                        </a:rPr>
                        <a:t>criterion</a:t>
                      </a:r>
                    </a:p>
                  </a:txBody>
                  <a:tcPr marL="19050" marR="19050" marT="12700" marB="12700" anchor="ctr"/>
                </a:tc>
                <a:tc>
                  <a:txBody>
                    <a:bodyPr/>
                    <a:lstStyle/>
                    <a:p>
                      <a:pPr lvl="1" rtl="0" fontAlgn="b"/>
                      <a:r>
                        <a:rPr lang="en-US">
                          <a:effectLst/>
                        </a:rPr>
                        <a:t>Selects impurity metric</a:t>
                      </a:r>
                    </a:p>
                  </a:txBody>
                  <a:tcPr marL="19050" marR="19050" marT="12700" marB="12700" anchor="ctr"/>
                </a:tc>
                <a:tc>
                  <a:txBody>
                    <a:bodyPr/>
                    <a:lstStyle/>
                    <a:p>
                      <a:pPr lvl="1" rtl="0" fontAlgn="b"/>
                      <a:r>
                        <a:rPr lang="en-US" dirty="0">
                          <a:effectLst/>
                        </a:rPr>
                        <a:t>Switches between Gini or Entropy/MSE.</a:t>
                      </a:r>
                    </a:p>
                  </a:txBody>
                  <a:tcPr marL="19050" marR="19050" marT="12700" marB="12700" anchor="ctr"/>
                </a:tc>
                <a:tc>
                  <a:txBody>
                    <a:bodyPr/>
                    <a:lstStyle/>
                    <a:p>
                      <a:pPr lvl="1" rtl="0" fontAlgn="b"/>
                      <a:r>
                        <a:rPr lang="en-US" dirty="0" err="1">
                          <a:effectLst/>
                        </a:rPr>
                        <a:t>gini</a:t>
                      </a:r>
                      <a:r>
                        <a:rPr lang="en-US" dirty="0">
                          <a:effectLst/>
                        </a:rPr>
                        <a:t>, entropy</a:t>
                      </a:r>
                    </a:p>
                  </a:txBody>
                  <a:tcPr marL="19050" marR="19050" marT="12700" marB="12700" anchor="ctr"/>
                </a:tc>
                <a:extLst>
                  <a:ext uri="{0D108BD9-81ED-4DB2-BD59-A6C34878D82A}">
                    <a16:rowId xmlns:a16="http://schemas.microsoft.com/office/drawing/2014/main" val="1240372054"/>
                  </a:ext>
                </a:extLst>
              </a:tr>
            </a:tbl>
          </a:graphicData>
        </a:graphic>
      </p:graphicFrame>
    </p:spTree>
    <p:extLst>
      <p:ext uri="{BB962C8B-B14F-4D97-AF65-F5344CB8AC3E}">
        <p14:creationId xmlns:p14="http://schemas.microsoft.com/office/powerpoint/2010/main" val="429127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Practical Trade-offs</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8" name="TextBox 7">
            <a:extLst>
              <a:ext uri="{FF2B5EF4-FFF2-40B4-BE49-F238E27FC236}">
                <a16:creationId xmlns:a16="http://schemas.microsoft.com/office/drawing/2014/main" id="{ABFD3DE1-47E3-4BE5-A9BF-0AA3624EECB5}"/>
              </a:ext>
            </a:extLst>
          </p:cNvPr>
          <p:cNvSpPr txBox="1"/>
          <p:nvPr/>
        </p:nvSpPr>
        <p:spPr>
          <a:xfrm>
            <a:off x="268357" y="1290503"/>
            <a:ext cx="11569147" cy="1200329"/>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t>Decision Trees are "White Box" models, offering high interpretability but facing specific structural limitations that every Data Scientist must manage. </a:t>
            </a:r>
          </a:p>
          <a:p>
            <a:pPr marL="285750" indent="-285750" algn="just">
              <a:buFont typeface="Wingdings" panose="05000000000000000000" pitchFamily="2" charset="2"/>
              <a:buChar char="§"/>
            </a:pPr>
            <a:r>
              <a:rPr lang="en-US" dirty="0"/>
              <a:t>Decision trees are inherently </a:t>
            </a:r>
            <a:r>
              <a:rPr lang="en-US" b="1" dirty="0"/>
              <a:t>unstable and prone to high variance</a:t>
            </a:r>
            <a:r>
              <a:rPr lang="en-US" dirty="0"/>
              <a:t>, meaning minor data fluctuations can lead to completely different splits and poor generalization.</a:t>
            </a:r>
          </a:p>
        </p:txBody>
      </p:sp>
      <p:graphicFrame>
        <p:nvGraphicFramePr>
          <p:cNvPr id="5" name="Table 5">
            <a:extLst>
              <a:ext uri="{FF2B5EF4-FFF2-40B4-BE49-F238E27FC236}">
                <a16:creationId xmlns:a16="http://schemas.microsoft.com/office/drawing/2014/main" id="{F8DD2305-58BD-41A9-BC32-A5939013630A}"/>
              </a:ext>
            </a:extLst>
          </p:cNvPr>
          <p:cNvGraphicFramePr>
            <a:graphicFrameLocks noGrp="1"/>
          </p:cNvGraphicFramePr>
          <p:nvPr>
            <p:extLst>
              <p:ext uri="{D42A27DB-BD31-4B8C-83A1-F6EECF244321}">
                <p14:modId xmlns:p14="http://schemas.microsoft.com/office/powerpoint/2010/main" val="1359593788"/>
              </p:ext>
            </p:extLst>
          </p:nvPr>
        </p:nvGraphicFramePr>
        <p:xfrm>
          <a:off x="544991" y="2757207"/>
          <a:ext cx="11102010" cy="3769477"/>
        </p:xfrm>
        <a:graphic>
          <a:graphicData uri="http://schemas.openxmlformats.org/drawingml/2006/table">
            <a:tbl>
              <a:tblPr firstRow="1" bandRow="1">
                <a:tableStyleId>{5C22544A-7EE6-4342-B048-85BDC9FD1C3A}</a:tableStyleId>
              </a:tblPr>
              <a:tblGrid>
                <a:gridCol w="1689652">
                  <a:extLst>
                    <a:ext uri="{9D8B030D-6E8A-4147-A177-3AD203B41FA5}">
                      <a16:colId xmlns:a16="http://schemas.microsoft.com/office/drawing/2014/main" val="4125281782"/>
                    </a:ext>
                  </a:extLst>
                </a:gridCol>
                <a:gridCol w="4124739">
                  <a:extLst>
                    <a:ext uri="{9D8B030D-6E8A-4147-A177-3AD203B41FA5}">
                      <a16:colId xmlns:a16="http://schemas.microsoft.com/office/drawing/2014/main" val="219454786"/>
                    </a:ext>
                  </a:extLst>
                </a:gridCol>
                <a:gridCol w="5287619">
                  <a:extLst>
                    <a:ext uri="{9D8B030D-6E8A-4147-A177-3AD203B41FA5}">
                      <a16:colId xmlns:a16="http://schemas.microsoft.com/office/drawing/2014/main" val="2027182202"/>
                    </a:ext>
                  </a:extLst>
                </a:gridCol>
              </a:tblGrid>
              <a:tr h="375465">
                <a:tc>
                  <a:txBody>
                    <a:bodyPr/>
                    <a:lstStyle/>
                    <a:p>
                      <a:pPr algn="ctr"/>
                      <a:r>
                        <a:rPr lang="en-US" sz="1600" b="1" dirty="0">
                          <a:effectLst/>
                          <a:latin typeface="Google Sans Text"/>
                        </a:rPr>
                        <a:t>Aspect</a:t>
                      </a:r>
                      <a:endParaRPr lang="en-US" sz="1600" dirty="0">
                        <a:effectLst/>
                        <a:latin typeface="Google Sans Text"/>
                      </a:endParaRPr>
                    </a:p>
                  </a:txBody>
                  <a:tcPr anchor="ctr"/>
                </a:tc>
                <a:tc>
                  <a:txBody>
                    <a:bodyPr/>
                    <a:lstStyle/>
                    <a:p>
                      <a:pPr algn="ctr"/>
                      <a:r>
                        <a:rPr lang="en-US" sz="1600" b="1" dirty="0">
                          <a:effectLst/>
                          <a:latin typeface="Google Sans Text"/>
                        </a:rPr>
                        <a:t>Advantage</a:t>
                      </a:r>
                      <a:endParaRPr lang="en-US" sz="1600" dirty="0">
                        <a:effectLst/>
                        <a:latin typeface="Google Sans Text"/>
                      </a:endParaRPr>
                    </a:p>
                  </a:txBody>
                  <a:tcPr anchor="ctr"/>
                </a:tc>
                <a:tc>
                  <a:txBody>
                    <a:bodyPr/>
                    <a:lstStyle/>
                    <a:p>
                      <a:pPr algn="ctr"/>
                      <a:r>
                        <a:rPr lang="en-US" sz="1600" b="1" dirty="0">
                          <a:effectLst/>
                          <a:latin typeface="Google Sans Text"/>
                        </a:rPr>
                        <a:t>Constraint</a:t>
                      </a:r>
                      <a:endParaRPr lang="en-US" sz="1600" dirty="0">
                        <a:effectLst/>
                        <a:latin typeface="Google Sans Text"/>
                      </a:endParaRPr>
                    </a:p>
                  </a:txBody>
                  <a:tcPr anchor="ctr"/>
                </a:tc>
                <a:extLst>
                  <a:ext uri="{0D108BD9-81ED-4DB2-BD59-A6C34878D82A}">
                    <a16:rowId xmlns:a16="http://schemas.microsoft.com/office/drawing/2014/main" val="3045103610"/>
                  </a:ext>
                </a:extLst>
              </a:tr>
              <a:tr h="848503">
                <a:tc>
                  <a:txBody>
                    <a:bodyPr/>
                    <a:lstStyle/>
                    <a:p>
                      <a:r>
                        <a:rPr lang="en-US" sz="1600" b="1" dirty="0">
                          <a:effectLst/>
                          <a:latin typeface="Google Sans Text"/>
                        </a:rPr>
                        <a:t>Model Nature</a:t>
                      </a:r>
                      <a:endParaRPr lang="en-US" sz="1600" dirty="0">
                        <a:effectLst/>
                        <a:latin typeface="Google Sans Text"/>
                      </a:endParaRPr>
                    </a:p>
                  </a:txBody>
                  <a:tcPr anchor="ctr"/>
                </a:tc>
                <a:tc>
                  <a:txBody>
                    <a:bodyPr/>
                    <a:lstStyle/>
                    <a:p>
                      <a:r>
                        <a:rPr lang="en-US" sz="1600" b="1">
                          <a:effectLst/>
                          <a:latin typeface="Google Sans Text"/>
                        </a:rPr>
                        <a:t>White-Box:</a:t>
                      </a:r>
                      <a:r>
                        <a:rPr lang="en-US" sz="1600">
                          <a:effectLst/>
                          <a:latin typeface="Google Sans Text"/>
                        </a:rPr>
                        <a:t> Decisions are traceable and human-readable.</a:t>
                      </a:r>
                    </a:p>
                  </a:txBody>
                  <a:tcPr anchor="ctr"/>
                </a:tc>
                <a:tc>
                  <a:txBody>
                    <a:bodyPr/>
                    <a:lstStyle/>
                    <a:p>
                      <a:r>
                        <a:rPr lang="en-US" sz="1600" b="1" dirty="0">
                          <a:effectLst/>
                          <a:latin typeface="Google Sans Text"/>
                        </a:rPr>
                        <a:t>High Variance:</a:t>
                      </a:r>
                      <a:r>
                        <a:rPr lang="en-US" sz="1600" dirty="0">
                          <a:effectLst/>
                          <a:latin typeface="Google Sans Text"/>
                        </a:rPr>
                        <a:t> Highly sensitive to small training set fluctuations.</a:t>
                      </a:r>
                    </a:p>
                  </a:txBody>
                  <a:tcPr anchor="ctr"/>
                </a:tc>
                <a:extLst>
                  <a:ext uri="{0D108BD9-81ED-4DB2-BD59-A6C34878D82A}">
                    <a16:rowId xmlns:a16="http://schemas.microsoft.com/office/drawing/2014/main" val="147721620"/>
                  </a:ext>
                </a:extLst>
              </a:tr>
              <a:tr h="848503">
                <a:tc>
                  <a:txBody>
                    <a:bodyPr/>
                    <a:lstStyle/>
                    <a:p>
                      <a:r>
                        <a:rPr lang="en-US" sz="1600" b="1" dirty="0">
                          <a:effectLst/>
                          <a:latin typeface="Google Sans Text"/>
                        </a:rPr>
                        <a:t>Data Topology</a:t>
                      </a:r>
                      <a:endParaRPr lang="en-US" sz="1600" dirty="0">
                        <a:effectLst/>
                        <a:latin typeface="Google Sans Text"/>
                      </a:endParaRPr>
                    </a:p>
                  </a:txBody>
                  <a:tcPr anchor="ctr"/>
                </a:tc>
                <a:tc>
                  <a:txBody>
                    <a:bodyPr/>
                    <a:lstStyle/>
                    <a:p>
                      <a:r>
                        <a:rPr lang="en-US" sz="1600" b="1" dirty="0">
                          <a:effectLst/>
                          <a:latin typeface="Google Sans Text"/>
                        </a:rPr>
                        <a:t>Non-Linear:</a:t>
                      </a:r>
                      <a:r>
                        <a:rPr lang="en-US" sz="1600" dirty="0">
                          <a:effectLst/>
                          <a:latin typeface="Google Sans Text"/>
                        </a:rPr>
                        <a:t> Captures complex feature interactions natively.</a:t>
                      </a:r>
                    </a:p>
                  </a:txBody>
                  <a:tcPr anchor="ctr"/>
                </a:tc>
                <a:tc>
                  <a:txBody>
                    <a:bodyPr/>
                    <a:lstStyle/>
                    <a:p>
                      <a:r>
                        <a:rPr lang="en-US" sz="1600" b="1">
                          <a:effectLst/>
                          <a:latin typeface="Google Sans Text"/>
                        </a:rPr>
                        <a:t>Orthogonal Splits:</a:t>
                      </a:r>
                      <a:r>
                        <a:rPr lang="en-US" sz="1600">
                          <a:effectLst/>
                          <a:latin typeface="Google Sans Text"/>
                        </a:rPr>
                        <a:t> Can only cut the space in axis-aligned steps.</a:t>
                      </a:r>
                    </a:p>
                  </a:txBody>
                  <a:tcPr anchor="ctr"/>
                </a:tc>
                <a:extLst>
                  <a:ext uri="{0D108BD9-81ED-4DB2-BD59-A6C34878D82A}">
                    <a16:rowId xmlns:a16="http://schemas.microsoft.com/office/drawing/2014/main" val="265301610"/>
                  </a:ext>
                </a:extLst>
              </a:tr>
              <a:tr h="848503">
                <a:tc>
                  <a:txBody>
                    <a:bodyPr/>
                    <a:lstStyle/>
                    <a:p>
                      <a:r>
                        <a:rPr lang="en-US" sz="1600" b="1">
                          <a:effectLst/>
                          <a:latin typeface="Google Sans Text"/>
                        </a:rPr>
                        <a:t>Preprocessing</a:t>
                      </a:r>
                      <a:endParaRPr lang="en-US" sz="1600">
                        <a:effectLst/>
                        <a:latin typeface="Google Sans Text"/>
                      </a:endParaRPr>
                    </a:p>
                  </a:txBody>
                  <a:tcPr anchor="ctr"/>
                </a:tc>
                <a:tc>
                  <a:txBody>
                    <a:bodyPr/>
                    <a:lstStyle/>
                    <a:p>
                      <a:r>
                        <a:rPr lang="en-US" sz="1600" b="1" dirty="0">
                          <a:effectLst/>
                          <a:latin typeface="Google Sans Text"/>
                        </a:rPr>
                        <a:t>Zero-Effort:</a:t>
                      </a:r>
                      <a:r>
                        <a:rPr lang="en-US" sz="1600" dirty="0">
                          <a:effectLst/>
                          <a:latin typeface="Google Sans Text"/>
                        </a:rPr>
                        <a:t> No scaling, centering, or normalization required.</a:t>
                      </a:r>
                    </a:p>
                  </a:txBody>
                  <a:tcPr anchor="ctr"/>
                </a:tc>
                <a:tc>
                  <a:txBody>
                    <a:bodyPr/>
                    <a:lstStyle/>
                    <a:p>
                      <a:r>
                        <a:rPr lang="en-US" sz="1600" b="1" dirty="0">
                          <a:effectLst/>
                          <a:latin typeface="Google Sans Text"/>
                        </a:rPr>
                        <a:t>Greedy Heuristic:</a:t>
                      </a:r>
                      <a:r>
                        <a:rPr lang="en-US" sz="1600" dirty="0">
                          <a:effectLst/>
                          <a:latin typeface="Google Sans Text"/>
                        </a:rPr>
                        <a:t> Local optima at each node; no global optimization.</a:t>
                      </a:r>
                    </a:p>
                  </a:txBody>
                  <a:tcPr anchor="ctr"/>
                </a:tc>
                <a:extLst>
                  <a:ext uri="{0D108BD9-81ED-4DB2-BD59-A6C34878D82A}">
                    <a16:rowId xmlns:a16="http://schemas.microsoft.com/office/drawing/2014/main" val="3920934296"/>
                  </a:ext>
                </a:extLst>
              </a:tr>
              <a:tr h="848503">
                <a:tc>
                  <a:txBody>
                    <a:bodyPr/>
                    <a:lstStyle/>
                    <a:p>
                      <a:r>
                        <a:rPr lang="en-US" sz="1600" b="1">
                          <a:effectLst/>
                          <a:latin typeface="Google Sans Text"/>
                        </a:rPr>
                        <a:t>Utility</a:t>
                      </a:r>
                      <a:endParaRPr lang="en-US" sz="1600">
                        <a:effectLst/>
                        <a:latin typeface="Google Sans Text"/>
                      </a:endParaRPr>
                    </a:p>
                  </a:txBody>
                  <a:tcPr anchor="ctr"/>
                </a:tc>
                <a:tc>
                  <a:txBody>
                    <a:bodyPr/>
                    <a:lstStyle/>
                    <a:p>
                      <a:r>
                        <a:rPr lang="en-US" sz="1600" b="1" dirty="0">
                          <a:effectLst/>
                          <a:latin typeface="Google Sans Text"/>
                        </a:rPr>
                        <a:t>Feature Rank:</a:t>
                      </a:r>
                      <a:r>
                        <a:rPr lang="en-US" sz="1600" dirty="0">
                          <a:effectLst/>
                          <a:latin typeface="Google Sans Text"/>
                        </a:rPr>
                        <a:t> Automates identification of key drivers.</a:t>
                      </a:r>
                    </a:p>
                  </a:txBody>
                  <a:tcPr anchor="ctr"/>
                </a:tc>
                <a:tc>
                  <a:txBody>
                    <a:bodyPr/>
                    <a:lstStyle/>
                    <a:p>
                      <a:r>
                        <a:rPr lang="en-US" sz="1600" b="1" dirty="0">
                          <a:effectLst/>
                          <a:latin typeface="Google Sans Text"/>
                        </a:rPr>
                        <a:t>Overfitting:</a:t>
                      </a:r>
                      <a:r>
                        <a:rPr lang="en-US" sz="1600" dirty="0">
                          <a:effectLst/>
                          <a:latin typeface="Google Sans Text"/>
                        </a:rPr>
                        <a:t> Naturally tends to memorize noise/outliers.</a:t>
                      </a:r>
                    </a:p>
                  </a:txBody>
                  <a:tcPr anchor="ctr"/>
                </a:tc>
                <a:extLst>
                  <a:ext uri="{0D108BD9-81ED-4DB2-BD59-A6C34878D82A}">
                    <a16:rowId xmlns:a16="http://schemas.microsoft.com/office/drawing/2014/main" val="3632105818"/>
                  </a:ext>
                </a:extLst>
              </a:tr>
            </a:tbl>
          </a:graphicData>
        </a:graphic>
      </p:graphicFrame>
    </p:spTree>
    <p:extLst>
      <p:ext uri="{BB962C8B-B14F-4D97-AF65-F5344CB8AC3E}">
        <p14:creationId xmlns:p14="http://schemas.microsoft.com/office/powerpoint/2010/main" val="14980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Pruning &amp; Complexity Control</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663C257-C6F7-4BCD-BE6A-CA2B49CEEFFC}"/>
                  </a:ext>
                </a:extLst>
              </p:cNvPr>
              <p:cNvSpPr txBox="1"/>
              <p:nvPr/>
            </p:nvSpPr>
            <p:spPr>
              <a:xfrm>
                <a:off x="0" y="1208909"/>
                <a:ext cx="5416830" cy="5632311"/>
              </a:xfrm>
              <a:prstGeom prst="rect">
                <a:avLst/>
              </a:prstGeom>
              <a:noFill/>
            </p:spPr>
            <p:txBody>
              <a:bodyPr wrap="square" rtlCol="0">
                <a:spAutoFit/>
              </a:bodyPr>
              <a:lstStyle/>
              <a:p>
                <a:pPr marL="285750" indent="-285750" algn="just">
                  <a:buFont typeface="Wingdings" panose="05000000000000000000" pitchFamily="2" charset="2"/>
                  <a:buChar char="§"/>
                </a:pPr>
                <a:r>
                  <a:rPr lang="en-US" dirty="0"/>
                  <a:t>Pruning is the process of simplifying a tree by removing branches that add noise rather than useful information.</a:t>
                </a:r>
              </a:p>
              <a:p>
                <a:pPr marL="285750" indent="-285750" algn="just">
                  <a:buFont typeface="Wingdings" panose="05000000000000000000" pitchFamily="2" charset="2"/>
                  <a:buChar char="§"/>
                </a:pPr>
                <a:endParaRPr lang="en-US" dirty="0"/>
              </a:p>
              <a:p>
                <a:pPr marL="285750" indent="-285750" algn="just">
                  <a:buFont typeface="Wingdings" panose="05000000000000000000" pitchFamily="2" charset="2"/>
                  <a:buChar char="§"/>
                </a:pPr>
                <a:r>
                  <a:rPr lang="en-US" b="1" dirty="0"/>
                  <a:t>Pre-pruning (Early Stopping): </a:t>
                </a:r>
                <a:r>
                  <a:rPr lang="en-US" dirty="0"/>
                  <a:t>Stops growth early based on preset limits (e.g., depth or sample count). It is the fastest method, but might miss complex patterns that appear in deeper levels.</a:t>
                </a:r>
              </a:p>
              <a:p>
                <a:pPr marL="285750" indent="-285750" algn="just">
                  <a:buFont typeface="Wingdings" panose="05000000000000000000" pitchFamily="2" charset="2"/>
                  <a:buChar char="§"/>
                </a:pPr>
                <a:endParaRPr lang="en-US" dirty="0"/>
              </a:p>
              <a:p>
                <a:pPr marL="285750" indent="-285750" algn="just">
                  <a:buFont typeface="Wingdings" panose="05000000000000000000" pitchFamily="2" charset="2"/>
                  <a:buChar char="§"/>
                </a:pPr>
                <a:r>
                  <a:rPr lang="en-US" b="1" dirty="0"/>
                  <a:t>Post-pruning (Cost Complexity Pruning): </a:t>
                </a:r>
                <a:r>
                  <a:rPr lang="en-US" dirty="0"/>
                  <a:t>The tree grows fully and is then "trimmed" back. It evaluates if the error reduction of a branch justifies its complexity.</a:t>
                </a:r>
              </a:p>
              <a:p>
                <a:pPr algn="just"/>
                <a:endParaRPr lang="en-US" dirty="0"/>
              </a:p>
              <a:p>
                <a:pPr marL="285750" indent="-285750" algn="just">
                  <a:buFont typeface="Wingdings" panose="05000000000000000000" pitchFamily="2" charset="2"/>
                  <a:buChar char="§"/>
                </a:pPr>
                <a:r>
                  <a:rPr lang="en-US" dirty="0"/>
                  <a:t>A branch is </a:t>
                </a:r>
                <a:r>
                  <a:rPr lang="en-US" b="1" dirty="0"/>
                  <a:t>collapsed into a leaf </a:t>
                </a:r>
                <a:r>
                  <a:rPr lang="en-US" dirty="0"/>
                  <a:t>if its contribution to error reduction is less than the complexity "tax" defined by </a:t>
                </a:r>
                <a14:m>
                  <m:oMath xmlns:m="http://schemas.openxmlformats.org/officeDocument/2006/math">
                    <m:r>
                      <a:rPr lang="en-US" i="1" dirty="0" smtClean="0">
                        <a:effectLst/>
                        <a:latin typeface="Cambria Math" panose="02040503050406030204" pitchFamily="18" charset="0"/>
                      </a:rPr>
                      <m:t>𝛼</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m:rPr>
                            <m:sty m:val="p"/>
                          </m:rPr>
                          <a:rPr lang="en-US" i="0" dirty="0" err="1" smtClean="0">
                            <a:latin typeface="Cambria Math" panose="02040503050406030204" pitchFamily="18" charset="0"/>
                          </a:rPr>
                          <m:t>Δ</m:t>
                        </m:r>
                        <m:r>
                          <a:rPr lang="en-US" i="1" dirty="0" err="1" smtClean="0">
                            <a:effectLst/>
                            <a:latin typeface="Cambria Math" panose="02040503050406030204" pitchFamily="18" charset="0"/>
                          </a:rPr>
                          <m:t>𝐸𝑟𝑟𝑜𝑟</m:t>
                        </m:r>
                        <m:r>
                          <a:rPr lang="en-US" i="1" dirty="0" smtClean="0">
                            <a:latin typeface="Cambria Math" panose="02040503050406030204" pitchFamily="18" charset="0"/>
                          </a:rPr>
                          <m:t>&lt;</m:t>
                        </m:r>
                        <m:r>
                          <a:rPr lang="en-US" i="1" dirty="0" smtClean="0">
                            <a:effectLst/>
                            <a:latin typeface="Cambria Math" panose="02040503050406030204" pitchFamily="18" charset="0"/>
                          </a:rPr>
                          <m:t>𝛼</m:t>
                        </m:r>
                      </m:e>
                    </m:d>
                    <m:r>
                      <a:rPr lang="es-MX" b="0" i="1" dirty="0" smtClean="0">
                        <a:latin typeface="Cambria Math" panose="02040503050406030204" pitchFamily="18" charset="0"/>
                      </a:rPr>
                      <m:t>; </m:t>
                    </m:r>
                  </m:oMath>
                </a14:m>
                <a:r>
                  <a:rPr lang="en-US" dirty="0"/>
                  <a:t>this mathematically ensures that only branches with significant predictive power remain in the model.</a:t>
                </a:r>
              </a:p>
              <a:p>
                <a:pPr marL="285750" indent="-285750" algn="just">
                  <a:buFont typeface="Wingdings" panose="05000000000000000000" pitchFamily="2" charset="2"/>
                  <a:buChar char="§"/>
                </a:pPr>
                <a:endParaRPr lang="en-US" dirty="0"/>
              </a:p>
            </p:txBody>
          </p:sp>
        </mc:Choice>
        <mc:Fallback>
          <p:sp>
            <p:nvSpPr>
              <p:cNvPr id="3" name="TextBox 2">
                <a:extLst>
                  <a:ext uri="{FF2B5EF4-FFF2-40B4-BE49-F238E27FC236}">
                    <a16:creationId xmlns:a16="http://schemas.microsoft.com/office/drawing/2014/main" id="{3663C257-C6F7-4BCD-BE6A-CA2B49CEEFFC}"/>
                  </a:ext>
                </a:extLst>
              </p:cNvPr>
              <p:cNvSpPr txBox="1">
                <a:spLocks noRot="1" noChangeAspect="1" noMove="1" noResize="1" noEditPoints="1" noAdjustHandles="1" noChangeArrowheads="1" noChangeShapeType="1" noTextEdit="1"/>
              </p:cNvSpPr>
              <p:nvPr/>
            </p:nvSpPr>
            <p:spPr>
              <a:xfrm>
                <a:off x="0" y="1208909"/>
                <a:ext cx="5416830" cy="5632311"/>
              </a:xfrm>
              <a:prstGeom prst="rect">
                <a:avLst/>
              </a:prstGeom>
              <a:blipFill>
                <a:blip r:embed="rId4"/>
                <a:stretch>
                  <a:fillRect l="-675" t="-541" r="-78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8C9F00F7-DF82-4C5E-867F-C7952522D143}"/>
              </a:ext>
            </a:extLst>
          </p:cNvPr>
          <p:cNvPicPr>
            <a:picLocks noChangeAspect="1"/>
          </p:cNvPicPr>
          <p:nvPr/>
        </p:nvPicPr>
        <p:blipFill>
          <a:blip r:embed="rId5"/>
          <a:stretch>
            <a:fillRect/>
          </a:stretch>
        </p:blipFill>
        <p:spPr>
          <a:xfrm>
            <a:off x="5609184" y="1077602"/>
            <a:ext cx="6447182" cy="3368855"/>
          </a:xfrm>
          <a:prstGeom prst="rect">
            <a:avLst/>
          </a:prstGeom>
        </p:spPr>
      </p:pic>
      <p:pic>
        <p:nvPicPr>
          <p:cNvPr id="14338" name="Picture 2" descr="Cost-Complexity Pruning - ML Wiki">
            <a:extLst>
              <a:ext uri="{FF2B5EF4-FFF2-40B4-BE49-F238E27FC236}">
                <a16:creationId xmlns:a16="http://schemas.microsoft.com/office/drawing/2014/main" id="{773E3756-C0AC-45B9-BDAB-BE5469CDC5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3925" y="4676641"/>
            <a:ext cx="4457700"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947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42E4-FB51-393E-4F06-6460F1C9234E}"/>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A3EC42F-03F5-0678-C56C-01A70C6EB6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87E7C392-A3D7-2792-D70A-62ED886F6EF7}"/>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extBox 3">
            <a:extLst>
              <a:ext uri="{FF2B5EF4-FFF2-40B4-BE49-F238E27FC236}">
                <a16:creationId xmlns:a16="http://schemas.microsoft.com/office/drawing/2014/main" id="{1616B852-63A6-4684-9357-AC52515CBAE6}"/>
              </a:ext>
            </a:extLst>
          </p:cNvPr>
          <p:cNvSpPr txBox="1"/>
          <p:nvPr/>
        </p:nvSpPr>
        <p:spPr>
          <a:xfrm>
            <a:off x="135634" y="288346"/>
            <a:ext cx="11920732" cy="646331"/>
          </a:xfrm>
          <a:prstGeom prst="rect">
            <a:avLst/>
          </a:prstGeom>
          <a:noFill/>
        </p:spPr>
        <p:txBody>
          <a:bodyPr wrap="square" rtlCol="0">
            <a:spAutoFit/>
          </a:bodyPr>
          <a:lstStyle/>
          <a:p>
            <a:r>
              <a:rPr lang="en-US" sz="3600" b="1" dirty="0"/>
              <a:t>Model Interpretability &amp; Business Logic</a:t>
            </a:r>
            <a:endParaRPr lang="en-US" sz="3600" b="1" dirty="0">
              <a:latin typeface="CMU Sans Serif" panose="02000603000000000000"/>
              <a:ea typeface="CMU Sans Serif" panose="02000603000000000000" pitchFamily="2" charset="0"/>
              <a:cs typeface="CMU Sans Serif" panose="02000603000000000000" pitchFamily="2" charset="0"/>
            </a:endParaRPr>
          </a:p>
        </p:txBody>
      </p:sp>
      <p:sp>
        <p:nvSpPr>
          <p:cNvPr id="9" name="CuadroTexto 12">
            <a:extLst>
              <a:ext uri="{FF2B5EF4-FFF2-40B4-BE49-F238E27FC236}">
                <a16:creationId xmlns:a16="http://schemas.microsoft.com/office/drawing/2014/main" id="{F40B9326-F613-4967-9B58-061B79464E3A}"/>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A1ED69F-E235-491A-BA42-AE1337865134}"/>
                  </a:ext>
                </a:extLst>
              </p:cNvPr>
              <p:cNvSpPr txBox="1"/>
              <p:nvPr/>
            </p:nvSpPr>
            <p:spPr>
              <a:xfrm>
                <a:off x="-4" y="1223023"/>
                <a:ext cx="12191996" cy="646331"/>
              </a:xfrm>
              <a:prstGeom prst="rect">
                <a:avLst/>
              </a:prstGeom>
              <a:noFill/>
            </p:spPr>
            <p:txBody>
              <a:bodyPr wrap="square" rtlCol="0">
                <a:spAutoFit/>
              </a:bodyPr>
              <a:lstStyle/>
              <a:p>
                <a:pPr marL="285750" indent="-285750">
                  <a:buFont typeface="Wingdings" panose="05000000000000000000" pitchFamily="2" charset="2"/>
                  <a:buChar char="§"/>
                </a:pPr>
                <a:r>
                  <a:rPr lang="en-US" b="1" dirty="0"/>
                  <a:t>Translating Non-Functional Models for Stakeholders: </a:t>
                </a:r>
                <a:r>
                  <a:rPr lang="en-US" dirty="0"/>
                  <a:t>Since Decision Trees do not have a functional form (like </a:t>
                </a:r>
                <a14:m>
                  <m:oMath xmlns:m="http://schemas.openxmlformats.org/officeDocument/2006/math">
                    <m:r>
                      <a:rPr lang="en-US" i="1" dirty="0" smtClean="0">
                        <a:effectLst/>
                        <a:latin typeface="Cambria Math" panose="02040503050406030204" pitchFamily="18" charset="0"/>
                      </a:rPr>
                      <m:t>𝑦</m:t>
                    </m:r>
                    <m:r>
                      <a:rPr lang="en-US" i="1" dirty="0" smtClean="0">
                        <a:latin typeface="Cambria Math" panose="02040503050406030204" pitchFamily="18" charset="0"/>
                      </a:rPr>
                      <m:t>=</m:t>
                    </m:r>
                    <m:r>
                      <a:rPr lang="en-US" i="1" dirty="0" smtClean="0">
                        <a:effectLst/>
                        <a:latin typeface="Cambria Math" panose="02040503050406030204" pitchFamily="18" charset="0"/>
                      </a:rPr>
                      <m:t>𝛽</m:t>
                    </m:r>
                    <m:r>
                      <a:rPr lang="en-US" i="1" dirty="0" smtClean="0">
                        <a:effectLst/>
                        <a:latin typeface="Cambria Math" panose="02040503050406030204" pitchFamily="18" charset="0"/>
                      </a:rPr>
                      <m:t>0​+</m:t>
                    </m:r>
                    <m:r>
                      <a:rPr lang="en-US" i="1" dirty="0" smtClean="0">
                        <a:effectLst/>
                        <a:latin typeface="Cambria Math" panose="02040503050406030204" pitchFamily="18" charset="0"/>
                      </a:rPr>
                      <m:t>𝛽</m:t>
                    </m:r>
                    <m:r>
                      <a:rPr lang="en-US" i="1" dirty="0" smtClean="0">
                        <a:effectLst/>
                        <a:latin typeface="Cambria Math" panose="02040503050406030204" pitchFamily="18" charset="0"/>
                      </a:rPr>
                      <m:t>1​</m:t>
                    </m:r>
                    <m:r>
                      <a:rPr lang="en-US" i="1" dirty="0" smtClean="0">
                        <a:latin typeface="Cambria Math" panose="02040503050406030204" pitchFamily="18" charset="0"/>
                      </a:rPr>
                      <m:t>𝑥</m:t>
                    </m:r>
                  </m:oMath>
                </a14:m>
                <a:r>
                  <a:rPr lang="en-US" dirty="0"/>
                  <a:t>), we use the following framework to interpret "feature weight" and decision flow:</a:t>
                </a:r>
                <a:endParaRPr lang="en-US" b="1" dirty="0"/>
              </a:p>
            </p:txBody>
          </p:sp>
        </mc:Choice>
        <mc:Fallback>
          <p:sp>
            <p:nvSpPr>
              <p:cNvPr id="12" name="TextBox 11">
                <a:extLst>
                  <a:ext uri="{FF2B5EF4-FFF2-40B4-BE49-F238E27FC236}">
                    <a16:creationId xmlns:a16="http://schemas.microsoft.com/office/drawing/2014/main" id="{CA1ED69F-E235-491A-BA42-AE1337865134}"/>
                  </a:ext>
                </a:extLst>
              </p:cNvPr>
              <p:cNvSpPr txBox="1">
                <a:spLocks noRot="1" noChangeAspect="1" noMove="1" noResize="1" noEditPoints="1" noAdjustHandles="1" noChangeArrowheads="1" noChangeShapeType="1" noTextEdit="1"/>
              </p:cNvSpPr>
              <p:nvPr/>
            </p:nvSpPr>
            <p:spPr>
              <a:xfrm>
                <a:off x="-4" y="1223023"/>
                <a:ext cx="12191996" cy="646331"/>
              </a:xfrm>
              <a:prstGeom prst="rect">
                <a:avLst/>
              </a:prstGeom>
              <a:blipFill>
                <a:blip r:embed="rId4"/>
                <a:stretch>
                  <a:fillRect l="-300" t="-5660" r="-500" b="-14151"/>
                </a:stretch>
              </a:blipFill>
            </p:spPr>
            <p:txBody>
              <a:bodyPr/>
              <a:lstStyle/>
              <a:p>
                <a:r>
                  <a:rPr lang="en-US">
                    <a:noFill/>
                  </a:rPr>
                  <a:t> </a:t>
                </a:r>
              </a:p>
            </p:txBody>
          </p:sp>
        </mc:Fallback>
      </mc:AlternateContent>
      <p:graphicFrame>
        <p:nvGraphicFramePr>
          <p:cNvPr id="14" name="Table 14">
            <a:extLst>
              <a:ext uri="{FF2B5EF4-FFF2-40B4-BE49-F238E27FC236}">
                <a16:creationId xmlns:a16="http://schemas.microsoft.com/office/drawing/2014/main" id="{3A2ABE2B-D47F-47C4-9771-AD8B006B9937}"/>
              </a:ext>
            </a:extLst>
          </p:cNvPr>
          <p:cNvGraphicFramePr>
            <a:graphicFrameLocks noGrp="1"/>
          </p:cNvGraphicFramePr>
          <p:nvPr>
            <p:extLst>
              <p:ext uri="{D42A27DB-BD31-4B8C-83A1-F6EECF244321}">
                <p14:modId xmlns:p14="http://schemas.microsoft.com/office/powerpoint/2010/main" val="3426900652"/>
              </p:ext>
            </p:extLst>
          </p:nvPr>
        </p:nvGraphicFramePr>
        <p:xfrm>
          <a:off x="535050" y="2518647"/>
          <a:ext cx="11121888" cy="2839720"/>
        </p:xfrm>
        <a:graphic>
          <a:graphicData uri="http://schemas.openxmlformats.org/drawingml/2006/table">
            <a:tbl>
              <a:tblPr firstRow="1" bandRow="1">
                <a:tableStyleId>{5C22544A-7EE6-4342-B048-85BDC9FD1C3A}</a:tableStyleId>
              </a:tblPr>
              <a:tblGrid>
                <a:gridCol w="3707296">
                  <a:extLst>
                    <a:ext uri="{9D8B030D-6E8A-4147-A177-3AD203B41FA5}">
                      <a16:colId xmlns:a16="http://schemas.microsoft.com/office/drawing/2014/main" val="345807410"/>
                    </a:ext>
                  </a:extLst>
                </a:gridCol>
                <a:gridCol w="3707296">
                  <a:extLst>
                    <a:ext uri="{9D8B030D-6E8A-4147-A177-3AD203B41FA5}">
                      <a16:colId xmlns:a16="http://schemas.microsoft.com/office/drawing/2014/main" val="3256458771"/>
                    </a:ext>
                  </a:extLst>
                </a:gridCol>
                <a:gridCol w="3707296">
                  <a:extLst>
                    <a:ext uri="{9D8B030D-6E8A-4147-A177-3AD203B41FA5}">
                      <a16:colId xmlns:a16="http://schemas.microsoft.com/office/drawing/2014/main" val="2089165376"/>
                    </a:ext>
                  </a:extLst>
                </a:gridCol>
              </a:tblGrid>
              <a:tr h="370840">
                <a:tc>
                  <a:txBody>
                    <a:bodyPr/>
                    <a:lstStyle/>
                    <a:p>
                      <a:pPr algn="ctr"/>
                      <a:r>
                        <a:rPr lang="en-US" b="1" dirty="0">
                          <a:effectLst/>
                          <a:latin typeface="Google Sans Text"/>
                        </a:rPr>
                        <a:t>Tool</a:t>
                      </a:r>
                      <a:endParaRPr lang="en-US" dirty="0">
                        <a:effectLst/>
                        <a:latin typeface="Google Sans Text"/>
                      </a:endParaRPr>
                    </a:p>
                  </a:txBody>
                  <a:tcPr anchor="ctr"/>
                </a:tc>
                <a:tc>
                  <a:txBody>
                    <a:bodyPr/>
                    <a:lstStyle/>
                    <a:p>
                      <a:pPr algn="ctr"/>
                      <a:r>
                        <a:rPr lang="en-US" b="1">
                          <a:effectLst/>
                          <a:latin typeface="Google Sans Text"/>
                        </a:rPr>
                        <a:t>Technical Metric</a:t>
                      </a:r>
                      <a:endParaRPr lang="en-US">
                        <a:effectLst/>
                        <a:latin typeface="Google Sans Text"/>
                      </a:endParaRPr>
                    </a:p>
                  </a:txBody>
                  <a:tcPr anchor="ctr"/>
                </a:tc>
                <a:tc>
                  <a:txBody>
                    <a:bodyPr/>
                    <a:lstStyle/>
                    <a:p>
                      <a:pPr algn="ctr"/>
                      <a:r>
                        <a:rPr lang="en-US" b="1" dirty="0">
                          <a:effectLst/>
                          <a:latin typeface="Google Sans Text"/>
                        </a:rPr>
                        <a:t>Stakeholder Utility</a:t>
                      </a:r>
                      <a:endParaRPr lang="en-US" dirty="0">
                        <a:effectLst/>
                        <a:latin typeface="Google Sans Text"/>
                      </a:endParaRPr>
                    </a:p>
                  </a:txBody>
                  <a:tcPr anchor="ctr"/>
                </a:tc>
                <a:extLst>
                  <a:ext uri="{0D108BD9-81ED-4DB2-BD59-A6C34878D82A}">
                    <a16:rowId xmlns:a16="http://schemas.microsoft.com/office/drawing/2014/main" val="1656402803"/>
                  </a:ext>
                </a:extLst>
              </a:tr>
              <a:tr h="370840">
                <a:tc>
                  <a:txBody>
                    <a:bodyPr/>
                    <a:lstStyle/>
                    <a:p>
                      <a:pPr algn="l"/>
                      <a:r>
                        <a:rPr lang="en-US" b="1">
                          <a:effectLst/>
                          <a:latin typeface="Google Sans Text"/>
                        </a:rPr>
                        <a:t>IF-THEN Rules</a:t>
                      </a:r>
                      <a:endParaRPr lang="en-US">
                        <a:effectLst/>
                        <a:latin typeface="Google Sans Text"/>
                      </a:endParaRPr>
                    </a:p>
                  </a:txBody>
                  <a:tcPr anchor="ctr"/>
                </a:tc>
                <a:tc>
                  <a:txBody>
                    <a:bodyPr/>
                    <a:lstStyle/>
                    <a:p>
                      <a:r>
                        <a:rPr lang="en-US">
                          <a:effectLst/>
                          <a:latin typeface="Google Sans Text"/>
                        </a:rPr>
                        <a:t>Decision Path (Root to Leaf)</a:t>
                      </a:r>
                    </a:p>
                  </a:txBody>
                  <a:tcPr anchor="ctr"/>
                </a:tc>
                <a:tc>
                  <a:txBody>
                    <a:bodyPr/>
                    <a:lstStyle/>
                    <a:p>
                      <a:r>
                        <a:rPr lang="en-US" b="1">
                          <a:effectLst/>
                          <a:latin typeface="Google Sans Text"/>
                        </a:rPr>
                        <a:t>Transparency:</a:t>
                      </a:r>
                      <a:r>
                        <a:rPr lang="en-US">
                          <a:effectLst/>
                          <a:latin typeface="Google Sans Text"/>
                        </a:rPr>
                        <a:t> Provides a clear "audit trail" for every individual prediction.</a:t>
                      </a:r>
                    </a:p>
                  </a:txBody>
                  <a:tcPr anchor="ctr"/>
                </a:tc>
                <a:extLst>
                  <a:ext uri="{0D108BD9-81ED-4DB2-BD59-A6C34878D82A}">
                    <a16:rowId xmlns:a16="http://schemas.microsoft.com/office/drawing/2014/main" val="3193812615"/>
                  </a:ext>
                </a:extLst>
              </a:tr>
              <a:tr h="370840">
                <a:tc>
                  <a:txBody>
                    <a:bodyPr/>
                    <a:lstStyle/>
                    <a:p>
                      <a:pPr algn="l"/>
                      <a:r>
                        <a:rPr lang="en-US" b="1">
                          <a:effectLst/>
                          <a:latin typeface="Google Sans Text"/>
                        </a:rPr>
                        <a:t>Feature Importance (MDI)</a:t>
                      </a:r>
                      <a:endParaRPr lang="en-US">
                        <a:effectLst/>
                        <a:latin typeface="Google Sans Text"/>
                      </a:endParaRPr>
                    </a:p>
                  </a:txBody>
                  <a:tcPr anchor="ctr"/>
                </a:tc>
                <a:tc>
                  <a:txBody>
                    <a:bodyPr/>
                    <a:lstStyle/>
                    <a:p>
                      <a:r>
                        <a:rPr lang="en-US">
                          <a:effectLst/>
                          <a:latin typeface="Google Sans Text"/>
                        </a:rPr>
                        <a:t>Mean Decrease in Impurity</a:t>
                      </a:r>
                    </a:p>
                  </a:txBody>
                  <a:tcPr anchor="ctr"/>
                </a:tc>
                <a:tc>
                  <a:txBody>
                    <a:bodyPr/>
                    <a:lstStyle/>
                    <a:p>
                      <a:r>
                        <a:rPr lang="en-US" b="1">
                          <a:effectLst/>
                          <a:latin typeface="Google Sans Text"/>
                        </a:rPr>
                        <a:t>Strategy:</a:t>
                      </a:r>
                      <a:r>
                        <a:rPr lang="en-US">
                          <a:effectLst/>
                          <a:latin typeface="Google Sans Text"/>
                        </a:rPr>
                        <a:t> Identifies which variables drive the most value across the entire business logic.</a:t>
                      </a:r>
                    </a:p>
                  </a:txBody>
                  <a:tcPr anchor="ctr"/>
                </a:tc>
                <a:extLst>
                  <a:ext uri="{0D108BD9-81ED-4DB2-BD59-A6C34878D82A}">
                    <a16:rowId xmlns:a16="http://schemas.microsoft.com/office/drawing/2014/main" val="2128281507"/>
                  </a:ext>
                </a:extLst>
              </a:tr>
              <a:tr h="370840">
                <a:tc>
                  <a:txBody>
                    <a:bodyPr/>
                    <a:lstStyle/>
                    <a:p>
                      <a:pPr algn="l"/>
                      <a:r>
                        <a:rPr lang="en-US" b="1" dirty="0">
                          <a:effectLst/>
                          <a:latin typeface="Google Sans Text"/>
                        </a:rPr>
                        <a:t>SHAP Values</a:t>
                      </a:r>
                      <a:endParaRPr lang="en-US" dirty="0">
                        <a:effectLst/>
                        <a:latin typeface="Google Sans Text"/>
                      </a:endParaRPr>
                    </a:p>
                  </a:txBody>
                  <a:tcPr anchor="ctr"/>
                </a:tc>
                <a:tc>
                  <a:txBody>
                    <a:bodyPr/>
                    <a:lstStyle/>
                    <a:p>
                      <a:r>
                        <a:rPr lang="en-US">
                          <a:effectLst/>
                          <a:latin typeface="Google Sans Text"/>
                        </a:rPr>
                        <a:t>Local Feature Contribution</a:t>
                      </a:r>
                    </a:p>
                  </a:txBody>
                  <a:tcPr anchor="ctr"/>
                </a:tc>
                <a:tc>
                  <a:txBody>
                    <a:bodyPr/>
                    <a:lstStyle/>
                    <a:p>
                      <a:r>
                        <a:rPr lang="en-US" b="1" dirty="0">
                          <a:effectLst/>
                          <a:latin typeface="Google Sans Text"/>
                        </a:rPr>
                        <a:t>Individualization:</a:t>
                      </a:r>
                      <a:r>
                        <a:rPr lang="en-US" dirty="0">
                          <a:effectLst/>
                          <a:latin typeface="Google Sans Text"/>
                        </a:rPr>
                        <a:t> Explains exactly why a specific case deviated from the average baseline.</a:t>
                      </a:r>
                    </a:p>
                  </a:txBody>
                  <a:tcPr anchor="ctr"/>
                </a:tc>
                <a:extLst>
                  <a:ext uri="{0D108BD9-81ED-4DB2-BD59-A6C34878D82A}">
                    <a16:rowId xmlns:a16="http://schemas.microsoft.com/office/drawing/2014/main" val="1613480267"/>
                  </a:ext>
                </a:extLst>
              </a:tr>
            </a:tbl>
          </a:graphicData>
        </a:graphic>
      </p:graphicFrame>
    </p:spTree>
    <p:extLst>
      <p:ext uri="{BB962C8B-B14F-4D97-AF65-F5344CB8AC3E}">
        <p14:creationId xmlns:p14="http://schemas.microsoft.com/office/powerpoint/2010/main" val="3132211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2AAC-87BE-8953-1D3D-628E9208B566}"/>
            </a:ext>
          </a:extLst>
        </p:cNvPr>
        <p:cNvGrpSpPr/>
        <p:nvPr/>
      </p:nvGrpSpPr>
      <p:grpSpPr>
        <a:xfrm>
          <a:off x="0" y="0"/>
          <a:ext cx="0" cy="0"/>
          <a:chOff x="0" y="0"/>
          <a:chExt cx="0" cy="0"/>
        </a:xfrm>
      </p:grpSpPr>
      <p:pic>
        <p:nvPicPr>
          <p:cNvPr id="32" name="Imagen 11">
            <a:extLst>
              <a:ext uri="{FF2B5EF4-FFF2-40B4-BE49-F238E27FC236}">
                <a16:creationId xmlns:a16="http://schemas.microsoft.com/office/drawing/2014/main" id="{1662E756-C86F-CE66-21E3-1F6123EE35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2" name="Rectangle 1">
            <a:extLst>
              <a:ext uri="{FF2B5EF4-FFF2-40B4-BE49-F238E27FC236}">
                <a16:creationId xmlns:a16="http://schemas.microsoft.com/office/drawing/2014/main" id="{ED2674E1-590E-AEF8-CF47-A192CAE6AC52}"/>
              </a:ext>
            </a:extLst>
          </p:cNvPr>
          <p:cNvSpPr/>
          <p:nvPr/>
        </p:nvSpPr>
        <p:spPr>
          <a:xfrm>
            <a:off x="-4" y="0"/>
            <a:ext cx="12192000" cy="102412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TextBox 3">
            <a:extLst>
              <a:ext uri="{FF2B5EF4-FFF2-40B4-BE49-F238E27FC236}">
                <a16:creationId xmlns:a16="http://schemas.microsoft.com/office/drawing/2014/main" id="{8034BE6E-4083-5F8B-4372-F75DF0C3ED7A}"/>
              </a:ext>
            </a:extLst>
          </p:cNvPr>
          <p:cNvSpPr txBox="1"/>
          <p:nvPr/>
        </p:nvSpPr>
        <p:spPr>
          <a:xfrm>
            <a:off x="174135" y="377797"/>
            <a:ext cx="11920732" cy="646331"/>
          </a:xfrm>
          <a:prstGeom prst="rect">
            <a:avLst/>
          </a:prstGeom>
          <a:noFill/>
        </p:spPr>
        <p:txBody>
          <a:bodyPr wrap="square" rtlCol="0">
            <a:spAutoFit/>
          </a:bodyPr>
          <a:lstStyle/>
          <a:p>
            <a:r>
              <a:rPr lang="en-US" sz="3600" b="1" dirty="0">
                <a:latin typeface="CMU Sans Serif" panose="02000603000000000000" pitchFamily="2" charset="0"/>
                <a:ea typeface="CMU Sans Serif" panose="02000603000000000000" pitchFamily="2" charset="0"/>
                <a:cs typeface="CMU Sans Serif" panose="02000603000000000000" pitchFamily="2" charset="0"/>
              </a:rPr>
              <a:t>Practical Section</a:t>
            </a:r>
          </a:p>
        </p:txBody>
      </p:sp>
      <p:pic>
        <p:nvPicPr>
          <p:cNvPr id="6146" name="Picture 2" descr="Python logo, icon. Programming language 44600750 Vector Art at Vecteezy">
            <a:extLst>
              <a:ext uri="{FF2B5EF4-FFF2-40B4-BE49-F238E27FC236}">
                <a16:creationId xmlns:a16="http://schemas.microsoft.com/office/drawing/2014/main" id="{997D3BEC-92EB-81C8-CD18-6ACD9F9CB2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1200" y="1736750"/>
            <a:ext cx="4753238" cy="14086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a 2">
            <a:extLst>
              <a:ext uri="{FF2B5EF4-FFF2-40B4-BE49-F238E27FC236}">
                <a16:creationId xmlns:a16="http://schemas.microsoft.com/office/drawing/2014/main" id="{64652A2A-F914-890D-329C-11AC45BFAF16}"/>
              </a:ext>
            </a:extLst>
          </p:cNvPr>
          <p:cNvGraphicFramePr>
            <a:graphicFrameLocks noGrp="1"/>
          </p:cNvGraphicFramePr>
          <p:nvPr>
            <p:extLst>
              <p:ext uri="{D42A27DB-BD31-4B8C-83A1-F6EECF244321}">
                <p14:modId xmlns:p14="http://schemas.microsoft.com/office/powerpoint/2010/main" val="310386093"/>
              </p:ext>
            </p:extLst>
          </p:nvPr>
        </p:nvGraphicFramePr>
        <p:xfrm>
          <a:off x="2209800" y="3712609"/>
          <a:ext cx="8509000" cy="1619250"/>
        </p:xfrm>
        <a:graphic>
          <a:graphicData uri="http://schemas.openxmlformats.org/drawingml/2006/table">
            <a:tbl>
              <a:tblPr/>
              <a:tblGrid>
                <a:gridCol w="8509000">
                  <a:extLst>
                    <a:ext uri="{9D8B030D-6E8A-4147-A177-3AD203B41FA5}">
                      <a16:colId xmlns:a16="http://schemas.microsoft.com/office/drawing/2014/main" val="2981097391"/>
                    </a:ext>
                  </a:extLst>
                </a:gridCol>
              </a:tblGrid>
              <a:tr h="0">
                <a:tc>
                  <a:txBody>
                    <a:bodyPr/>
                    <a:lstStyle/>
                    <a:p>
                      <a:pPr>
                        <a:buNone/>
                      </a:pPr>
                      <a:r>
                        <a:rPr lang="es-CL" sz="2000" dirty="0">
                          <a:effectLst/>
                          <a:latin typeface="Helvetica" pitchFamily="2" charset="0"/>
                        </a:rPr>
                        <a:t>Google </a:t>
                      </a:r>
                      <a:r>
                        <a:rPr lang="es-CL" sz="2000" dirty="0" err="1">
                          <a:effectLst/>
                          <a:latin typeface="Helvetica" pitchFamily="2" charset="0"/>
                        </a:rPr>
                        <a:t>Colab</a:t>
                      </a:r>
                      <a:r>
                        <a:rPr lang="es-CL" sz="2000" dirty="0">
                          <a:effectLst/>
                          <a:latin typeface="Helvetica" pitchFamily="2" charset="0"/>
                        </a:rPr>
                        <a:t> — ML Linear </a:t>
                      </a:r>
                      <a:r>
                        <a:rPr lang="es-CL" sz="2000" dirty="0" err="1">
                          <a:effectLst/>
                          <a:latin typeface="Helvetica" pitchFamily="2" charset="0"/>
                        </a:rPr>
                        <a:t>Regression</a:t>
                      </a:r>
                      <a:r>
                        <a:rPr lang="es-CL" sz="2000" dirty="0">
                          <a:effectLst/>
                          <a:latin typeface="Helvetica" pitchFamily="2" charset="0"/>
                        </a:rPr>
                        <a:t> v/s </a:t>
                      </a:r>
                      <a:r>
                        <a:rPr lang="es-CL" sz="2000" dirty="0" err="1">
                          <a:effectLst/>
                          <a:latin typeface="Helvetica" pitchFamily="2" charset="0"/>
                        </a:rPr>
                        <a:t>Decision</a:t>
                      </a:r>
                      <a:r>
                        <a:rPr lang="es-CL" sz="2000" dirty="0">
                          <a:effectLst/>
                          <a:latin typeface="Helvetica" pitchFamily="2" charset="0"/>
                        </a:rPr>
                        <a:t> </a:t>
                      </a:r>
                      <a:r>
                        <a:rPr lang="es-CL" sz="2000" dirty="0" err="1">
                          <a:effectLst/>
                          <a:latin typeface="Helvetica" pitchFamily="2" charset="0"/>
                        </a:rPr>
                        <a:t>Tree</a:t>
                      </a:r>
                      <a:endParaRPr lang="es-CL" sz="2000" dirty="0">
                        <a:effectLst/>
                        <a:latin typeface="Helvetica"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noFill/>
                  </a:tcPr>
                </a:tc>
                <a:extLst>
                  <a:ext uri="{0D108BD9-81ED-4DB2-BD59-A6C34878D82A}">
                    <a16:rowId xmlns:a16="http://schemas.microsoft.com/office/drawing/2014/main" val="1586744705"/>
                  </a:ext>
                </a:extLst>
              </a:tr>
              <a:tr h="0">
                <a:tc>
                  <a:txBody>
                    <a:bodyPr/>
                    <a:lstStyle/>
                    <a:p>
                      <a:pPr>
                        <a:buNone/>
                      </a:pPr>
                      <a:r>
                        <a:rPr lang="es-CL" sz="2000" dirty="0">
                          <a:effectLst/>
                          <a:latin typeface="Helvetica" pitchFamily="2" charset="0"/>
                        </a:rPr>
                        <a:t>Simple and </a:t>
                      </a:r>
                      <a:r>
                        <a:rPr lang="es-CL" sz="2000" dirty="0" err="1">
                          <a:effectLst/>
                          <a:latin typeface="Helvetica" pitchFamily="2" charset="0"/>
                        </a:rPr>
                        <a:t>Multiple</a:t>
                      </a:r>
                      <a:r>
                        <a:rPr lang="es-CL" sz="2000" dirty="0">
                          <a:effectLst/>
                          <a:latin typeface="Helvetica" pitchFamily="2" charset="0"/>
                        </a:rPr>
                        <a:t> </a:t>
                      </a:r>
                      <a:r>
                        <a:rPr lang="es-CL" sz="2000" dirty="0" err="1">
                          <a:effectLst/>
                          <a:latin typeface="Helvetica" pitchFamily="2" charset="0"/>
                        </a:rPr>
                        <a:t>scenarios</a:t>
                      </a:r>
                      <a:endParaRPr lang="es-CL" sz="2000" dirty="0">
                        <a:effectLst/>
                        <a:latin typeface="Helvetica"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noFill/>
                  </a:tcPr>
                </a:tc>
                <a:extLst>
                  <a:ext uri="{0D108BD9-81ED-4DB2-BD59-A6C34878D82A}">
                    <a16:rowId xmlns:a16="http://schemas.microsoft.com/office/drawing/2014/main" val="693895254"/>
                  </a:ext>
                </a:extLst>
              </a:tr>
              <a:tr h="0">
                <a:tc>
                  <a:txBody>
                    <a:bodyPr/>
                    <a:lstStyle/>
                    <a:p>
                      <a:pPr>
                        <a:buNone/>
                      </a:pPr>
                      <a:r>
                        <a:rPr lang="es-CL" sz="2000" dirty="0">
                          <a:effectLst/>
                          <a:latin typeface="Helvetica" pitchFamily="2" charset="0"/>
                        </a:rPr>
                        <a:t>No linear </a:t>
                      </a:r>
                      <a:r>
                        <a:rPr lang="es-CL" sz="2000" dirty="0" err="1">
                          <a:effectLst/>
                          <a:latin typeface="Helvetica" pitchFamily="2" charset="0"/>
                        </a:rPr>
                        <a:t>relationship</a:t>
                      </a:r>
                      <a:r>
                        <a:rPr lang="es-CL" sz="2000" dirty="0">
                          <a:effectLst/>
                          <a:latin typeface="Helvetica" pitchFamily="2" charset="0"/>
                        </a:rPr>
                        <a:t> </a:t>
                      </a:r>
                      <a:r>
                        <a:rPr lang="es-CL" sz="2000" dirty="0" err="1">
                          <a:effectLst/>
                          <a:latin typeface="Helvetica" pitchFamily="2" charset="0"/>
                        </a:rPr>
                        <a:t>between</a:t>
                      </a:r>
                      <a:r>
                        <a:rPr lang="es-CL" sz="2000" dirty="0">
                          <a:effectLst/>
                          <a:latin typeface="Helvetica" pitchFamily="2" charset="0"/>
                        </a:rPr>
                        <a:t> </a:t>
                      </a:r>
                      <a:r>
                        <a:rPr lang="es-CL" sz="2000" dirty="0" err="1">
                          <a:effectLst/>
                          <a:latin typeface="Helvetica" pitchFamily="2" charset="0"/>
                        </a:rPr>
                        <a:t>features</a:t>
                      </a:r>
                      <a:r>
                        <a:rPr lang="es-CL" sz="2000" dirty="0">
                          <a:effectLst/>
                          <a:latin typeface="Helvetica" pitchFamily="2" charset="0"/>
                        </a:rPr>
                        <a:t> and target</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noFill/>
                  </a:tcPr>
                </a:tc>
                <a:extLst>
                  <a:ext uri="{0D108BD9-81ED-4DB2-BD59-A6C34878D82A}">
                    <a16:rowId xmlns:a16="http://schemas.microsoft.com/office/drawing/2014/main" val="4021880294"/>
                  </a:ext>
                </a:extLst>
              </a:tr>
              <a:tr h="0">
                <a:tc>
                  <a:txBody>
                    <a:bodyPr/>
                    <a:lstStyle/>
                    <a:p>
                      <a:pPr>
                        <a:buNone/>
                      </a:pPr>
                      <a:r>
                        <a:rPr lang="es-CL" sz="2000" dirty="0">
                          <a:effectLst/>
                          <a:latin typeface="Helvetica" pitchFamily="2" charset="0"/>
                        </a:rPr>
                        <a:t>Performance </a:t>
                      </a:r>
                      <a:r>
                        <a:rPr lang="es-CL" sz="2000" dirty="0" err="1">
                          <a:effectLst/>
                          <a:latin typeface="Helvetica" pitchFamily="2" charset="0"/>
                        </a:rPr>
                        <a:t>metrics</a:t>
                      </a:r>
                      <a:endParaRPr lang="es-CL" sz="2000" dirty="0">
                        <a:effectLst/>
                        <a:latin typeface="Helvetica"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noFill/>
                  </a:tcPr>
                </a:tc>
                <a:extLst>
                  <a:ext uri="{0D108BD9-81ED-4DB2-BD59-A6C34878D82A}">
                    <a16:rowId xmlns:a16="http://schemas.microsoft.com/office/drawing/2014/main" val="811607"/>
                  </a:ext>
                </a:extLst>
              </a:tr>
              <a:tr h="0">
                <a:tc>
                  <a:txBody>
                    <a:bodyPr/>
                    <a:lstStyle/>
                    <a:p>
                      <a:pPr>
                        <a:buNone/>
                      </a:pPr>
                      <a:r>
                        <a:rPr lang="es-CL" sz="2000" dirty="0" err="1">
                          <a:effectLst/>
                          <a:latin typeface="Helvetica" pitchFamily="2" charset="0"/>
                        </a:rPr>
                        <a:t>Visualization</a:t>
                      </a:r>
                      <a:endParaRPr lang="es-CL" sz="2000" dirty="0">
                        <a:effectLst/>
                        <a:latin typeface="Helvetica"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noFill/>
                  </a:tcPr>
                </a:tc>
                <a:extLst>
                  <a:ext uri="{0D108BD9-81ED-4DB2-BD59-A6C34878D82A}">
                    <a16:rowId xmlns:a16="http://schemas.microsoft.com/office/drawing/2014/main" val="1687350724"/>
                  </a:ext>
                </a:extLst>
              </a:tr>
            </a:tbl>
          </a:graphicData>
        </a:graphic>
      </p:graphicFrame>
      <p:sp>
        <p:nvSpPr>
          <p:cNvPr id="5" name="CuadroTexto 12">
            <a:extLst>
              <a:ext uri="{FF2B5EF4-FFF2-40B4-BE49-F238E27FC236}">
                <a16:creationId xmlns:a16="http://schemas.microsoft.com/office/drawing/2014/main" id="{BDBB5863-274C-24CA-8D66-BA51A8842EBF}"/>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Tree>
    <p:extLst>
      <p:ext uri="{BB962C8B-B14F-4D97-AF65-F5344CB8AC3E}">
        <p14:creationId xmlns:p14="http://schemas.microsoft.com/office/powerpoint/2010/main" val="1995537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D6F9E438-2579-48BA-85C0-3831D3D02693}"/>
              </a:ext>
            </a:extLst>
          </p:cNvPr>
          <p:cNvPicPr>
            <a:picLocks noChangeAspect="1"/>
          </p:cNvPicPr>
          <p:nvPr/>
        </p:nvPicPr>
        <p:blipFill>
          <a:blip r:embed="rId3"/>
          <a:stretch>
            <a:fillRect/>
          </a:stretch>
        </p:blipFill>
        <p:spPr>
          <a:xfrm>
            <a:off x="1406128" y="2417899"/>
            <a:ext cx="9980002" cy="2138249"/>
          </a:xfrm>
          <a:prstGeom prst="rect">
            <a:avLst/>
          </a:prstGeom>
        </p:spPr>
      </p:pic>
      <p:sp>
        <p:nvSpPr>
          <p:cNvPr id="7" name="CuadroTexto 6">
            <a:extLst>
              <a:ext uri="{FF2B5EF4-FFF2-40B4-BE49-F238E27FC236}">
                <a16:creationId xmlns:a16="http://schemas.microsoft.com/office/drawing/2014/main" id="{794F2F35-203D-41CB-8506-3752C0BD239E}"/>
              </a:ext>
            </a:extLst>
          </p:cNvPr>
          <p:cNvSpPr txBox="1"/>
          <p:nvPr/>
        </p:nvSpPr>
        <p:spPr>
          <a:xfrm>
            <a:off x="805870" y="3245747"/>
            <a:ext cx="10674059" cy="1723549"/>
          </a:xfrm>
          <a:prstGeom prst="rect">
            <a:avLst/>
          </a:prstGeom>
          <a:noFill/>
        </p:spPr>
        <p:txBody>
          <a:bodyPr wrap="square" rtlCol="0">
            <a:spAutoFit/>
          </a:bodyPr>
          <a:lstStyle/>
          <a:p>
            <a:pPr algn="ctr"/>
            <a:r>
              <a:rPr lang="es-CL" sz="2800" b="1" dirty="0" err="1">
                <a:latin typeface="CMU Sans Serif" panose="02000603000000000000"/>
              </a:rPr>
              <a:t>Class</a:t>
            </a:r>
            <a:r>
              <a:rPr lang="es-CL" sz="2800" b="1" dirty="0">
                <a:latin typeface="CMU Sans Serif" panose="02000603000000000000"/>
              </a:rPr>
              <a:t> 8: Machine </a:t>
            </a:r>
            <a:r>
              <a:rPr lang="es-CL" sz="2800" b="1" dirty="0" err="1">
                <a:latin typeface="CMU Sans Serif" panose="02000603000000000000"/>
              </a:rPr>
              <a:t>Learning</a:t>
            </a:r>
            <a:r>
              <a:rPr lang="es-CL" sz="2800" b="1" dirty="0">
                <a:latin typeface="CMU Sans Serif" panose="02000603000000000000"/>
              </a:rPr>
              <a:t> – </a:t>
            </a:r>
            <a:r>
              <a:rPr lang="es-CL" sz="2800" b="1" dirty="0" err="1">
                <a:latin typeface="CMU Sans Serif" panose="02000603000000000000"/>
              </a:rPr>
              <a:t>Decision</a:t>
            </a:r>
            <a:r>
              <a:rPr lang="es-CL" sz="2800" b="1" dirty="0">
                <a:latin typeface="CMU Sans Serif" panose="02000603000000000000"/>
              </a:rPr>
              <a:t> </a:t>
            </a:r>
            <a:r>
              <a:rPr lang="es-CL" sz="2800" b="1" dirty="0" err="1">
                <a:latin typeface="CMU Sans Serif" panose="02000603000000000000"/>
              </a:rPr>
              <a:t>Trees</a:t>
            </a:r>
            <a:endParaRPr lang="es-CL" sz="2800" b="1" dirty="0">
              <a:latin typeface="CMU Sans Serif" panose="02000603000000000000"/>
            </a:endParaRPr>
          </a:p>
          <a:p>
            <a:pPr algn="ctr"/>
            <a:r>
              <a:rPr lang="en-US" b="1" dirty="0">
                <a:effectLst/>
                <a:latin typeface="Arial" panose="020B0604020202020204" pitchFamily="34" charset="0"/>
                <a:ea typeface="Arial" panose="020B0604020202020204" pitchFamily="34" charset="0"/>
              </a:rPr>
              <a:t>UNIT III: Advanced Analytics and Machine Learning Models</a:t>
            </a:r>
            <a:endParaRPr lang="es-CL" dirty="0">
              <a:latin typeface="CMU Sans Serif" panose="02000603000000000000" pitchFamily="2" charset="0"/>
              <a:ea typeface="CMU Sans Serif" panose="02000603000000000000" pitchFamily="2" charset="0"/>
              <a:cs typeface="CMU Sans Serif" panose="02000603000000000000" pitchFamily="2" charset="0"/>
            </a:endParaRPr>
          </a:p>
          <a:p>
            <a:pPr algn="ctr"/>
            <a:endParaRPr lang="es-CL" sz="2000" dirty="0">
              <a:latin typeface="CMU Sans Serif" panose="02000603000000000000" pitchFamily="2" charset="0"/>
              <a:ea typeface="CMU Sans Serif" panose="02000603000000000000" pitchFamily="2" charset="0"/>
              <a:cs typeface="CMU Sans Serif" panose="02000603000000000000" pitchFamily="2" charset="0"/>
            </a:endParaRPr>
          </a:p>
          <a:p>
            <a:pPr algn="ctr"/>
            <a:endParaRPr lang="es-CL" sz="2000" dirty="0">
              <a:latin typeface="CMU Sans Serif" panose="02000603000000000000" pitchFamily="2" charset="0"/>
              <a:ea typeface="CMU Sans Serif" panose="02000603000000000000" pitchFamily="2" charset="0"/>
              <a:cs typeface="CMU Sans Serif" panose="02000603000000000000" pitchFamily="2" charset="0"/>
            </a:endParaRPr>
          </a:p>
          <a:p>
            <a:pPr algn="ctr"/>
            <a:endParaRPr lang="es-CL" sz="20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10" name="Imagen 9">
            <a:extLst>
              <a:ext uri="{FF2B5EF4-FFF2-40B4-BE49-F238E27FC236}">
                <a16:creationId xmlns:a16="http://schemas.microsoft.com/office/drawing/2014/main" id="{96B4FB7F-A091-4C02-86D9-92C1AE799E74}"/>
              </a:ext>
            </a:extLst>
          </p:cNvPr>
          <p:cNvPicPr>
            <a:picLocks noChangeAspect="1"/>
          </p:cNvPicPr>
          <p:nvPr/>
        </p:nvPicPr>
        <p:blipFill>
          <a:blip r:embed="rId4">
            <a:grayscl/>
          </a:blip>
          <a:stretch>
            <a:fillRect/>
          </a:stretch>
        </p:blipFill>
        <p:spPr>
          <a:xfrm>
            <a:off x="-4" y="3578"/>
            <a:ext cx="12192000" cy="399042"/>
          </a:xfrm>
          <a:prstGeom prst="rect">
            <a:avLst/>
          </a:prstGeom>
        </p:spPr>
      </p:pic>
      <p:pic>
        <p:nvPicPr>
          <p:cNvPr id="12" name="Imagen 11">
            <a:extLst>
              <a:ext uri="{FF2B5EF4-FFF2-40B4-BE49-F238E27FC236}">
                <a16:creationId xmlns:a16="http://schemas.microsoft.com/office/drawing/2014/main" id="{9D372040-6CA4-4A06-9D54-3777D0D8BBE2}"/>
              </a:ext>
            </a:extLst>
          </p:cNvPr>
          <p:cNvPicPr>
            <a:picLocks noChangeAspect="1"/>
          </p:cNvPicPr>
          <p:nvPr/>
        </p:nvPicPr>
        <p:blipFill>
          <a:blip r:embed="rId5">
            <a:duotone>
              <a:prstClr val="black"/>
              <a:schemeClr val="tx2">
                <a:tint val="45000"/>
                <a:satMod val="400000"/>
              </a:schemeClr>
            </a:duotone>
          </a:blip>
          <a:stretch>
            <a:fillRect/>
          </a:stretch>
        </p:blipFill>
        <p:spPr>
          <a:xfrm>
            <a:off x="-4" y="6578525"/>
            <a:ext cx="12192000" cy="288870"/>
          </a:xfrm>
          <a:prstGeom prst="rect">
            <a:avLst/>
          </a:prstGeom>
        </p:spPr>
      </p:pic>
      <p:pic>
        <p:nvPicPr>
          <p:cNvPr id="1026" name="Picture 2" descr="Logos - Imagen UDD">
            <a:extLst>
              <a:ext uri="{FF2B5EF4-FFF2-40B4-BE49-F238E27FC236}">
                <a16:creationId xmlns:a16="http://schemas.microsoft.com/office/drawing/2014/main" id="{076CCFA2-EB6F-8536-54BC-13384D9CF1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4084" y="1324170"/>
            <a:ext cx="4100830" cy="1441698"/>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6">
            <a:extLst>
              <a:ext uri="{FF2B5EF4-FFF2-40B4-BE49-F238E27FC236}">
                <a16:creationId xmlns:a16="http://schemas.microsoft.com/office/drawing/2014/main" id="{832B43B6-E8D7-9865-7E68-C174319807ED}"/>
              </a:ext>
            </a:extLst>
          </p:cNvPr>
          <p:cNvSpPr txBox="1"/>
          <p:nvPr/>
        </p:nvSpPr>
        <p:spPr>
          <a:xfrm>
            <a:off x="3945218" y="5585882"/>
            <a:ext cx="4378563" cy="1015663"/>
          </a:xfrm>
          <a:prstGeom prst="rect">
            <a:avLst/>
          </a:prstGeom>
          <a:noFill/>
        </p:spPr>
        <p:txBody>
          <a:bodyPr wrap="square" rtlCol="0">
            <a:spAutoFit/>
          </a:bodyPr>
          <a:lstStyle/>
          <a:p>
            <a:pPr algn="ctr"/>
            <a:r>
              <a:rPr lang="es-CL" sz="2000" dirty="0">
                <a:latin typeface="CMU Sans Serif" panose="02000603000000000000" pitchFamily="2" charset="0"/>
                <a:ea typeface="CMU Sans Serif" panose="02000603000000000000" pitchFamily="2" charset="0"/>
                <a:cs typeface="CMU Sans Serif" panose="02000603000000000000" pitchFamily="2" charset="0"/>
              </a:rPr>
              <a:t>Sebastián Muñoz-Herrera, PhD.</a:t>
            </a:r>
          </a:p>
          <a:p>
            <a:pPr algn="ctr"/>
            <a:r>
              <a:rPr lang="es-CL" sz="2000" dirty="0">
                <a:latin typeface="CMU Sans Serif" panose="02000603000000000000" pitchFamily="2" charset="0"/>
                <a:ea typeface="CMU Sans Serif" panose="02000603000000000000" pitchFamily="2" charset="0"/>
                <a:cs typeface="CMU Sans Serif" panose="02000603000000000000" pitchFamily="2" charset="0"/>
              </a:rPr>
              <a:t>Héctor Hormazábal </a:t>
            </a:r>
          </a:p>
          <a:p>
            <a:pPr algn="ctr"/>
            <a:endParaRPr lang="es-CL" sz="2000" dirty="0">
              <a:latin typeface="CMU Sans Serif" panose="02000603000000000000" pitchFamily="2" charset="0"/>
              <a:ea typeface="CMU Sans Serif" panose="02000603000000000000" pitchFamily="2" charset="0"/>
              <a:cs typeface="CMU Sans Serif" panose="02000603000000000000" pitchFamily="2" charset="0"/>
            </a:endParaRPr>
          </a:p>
        </p:txBody>
      </p:sp>
      <p:pic>
        <p:nvPicPr>
          <p:cNvPr id="6" name="Picture 2" descr="Facultad de Ingeniería UDD - YouTube">
            <a:extLst>
              <a:ext uri="{FF2B5EF4-FFF2-40B4-BE49-F238E27FC236}">
                <a16:creationId xmlns:a16="http://schemas.microsoft.com/office/drawing/2014/main" id="{0C274A01-ACE3-103C-AFB1-CF811B1EA87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090333" y="4778138"/>
            <a:ext cx="1796867" cy="1796867"/>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11">
            <a:extLst>
              <a:ext uri="{FF2B5EF4-FFF2-40B4-BE49-F238E27FC236}">
                <a16:creationId xmlns:a16="http://schemas.microsoft.com/office/drawing/2014/main" id="{1F22FC98-2281-4FCB-AC4F-14BB6AADE9DE}"/>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0" y="6587658"/>
            <a:ext cx="12191996" cy="288870"/>
          </a:xfrm>
          <a:prstGeom prst="rect">
            <a:avLst/>
          </a:prstGeom>
        </p:spPr>
      </p:pic>
      <p:sp>
        <p:nvSpPr>
          <p:cNvPr id="11" name="CuadroTexto 12">
            <a:extLst>
              <a:ext uri="{FF2B5EF4-FFF2-40B4-BE49-F238E27FC236}">
                <a16:creationId xmlns:a16="http://schemas.microsoft.com/office/drawing/2014/main" id="{9B1F4251-9D71-4EFC-85DE-40B136DAB136}"/>
              </a:ext>
            </a:extLst>
          </p:cNvPr>
          <p:cNvSpPr txBox="1"/>
          <p:nvPr/>
        </p:nvSpPr>
        <p:spPr>
          <a:xfrm>
            <a:off x="134378" y="6587658"/>
            <a:ext cx="13383817" cy="307777"/>
          </a:xfrm>
          <a:prstGeom prst="rect">
            <a:avLst/>
          </a:prstGeom>
          <a:noFill/>
        </p:spPr>
        <p:txBody>
          <a:bodyPr wrap="square" rtlCol="0">
            <a:spAutoFit/>
          </a:bodyPr>
          <a:lstStyle/>
          <a:p>
            <a:r>
              <a:rPr lang="es-CL" sz="14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a:t>
            </a:r>
            <a:r>
              <a:rPr lang="es-CL" sz="1200" b="1"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Muñoz-Herrera and  Hormazábal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Class 8: Machine Learning – Decision Tree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r>
              <a:rPr lang="en-US" sz="1200" b="1" dirty="0">
                <a:latin typeface="CMU Sans Serif" panose="02000603000000000000" pitchFamily="2" charset="0"/>
                <a:ea typeface="CMU Sans Serif" panose="02000603000000000000" pitchFamily="2" charset="0"/>
                <a:cs typeface="CMU Sans Serif" panose="02000603000000000000" pitchFamily="2" charset="0"/>
              </a:rPr>
              <a:t>UNIT III: Advanced Analytics and Machine Learning Models </a:t>
            </a:r>
            <a:r>
              <a:rPr lang="es-CL" sz="1200" b="1" dirty="0">
                <a:latin typeface="CMU Sans Serif" panose="02000603000000000000" pitchFamily="2" charset="0"/>
                <a:ea typeface="CMU Sans Serif" panose="02000603000000000000" pitchFamily="2" charset="0"/>
                <a:cs typeface="CMU Sans Serif" panose="02000603000000000000" pitchFamily="2" charset="0"/>
              </a:rPr>
              <a:t>     	   </a:t>
            </a:r>
            <a:endParaRPr lang="es-CL" sz="1400" dirty="0">
              <a:latin typeface="CMU Sans Serif" panose="02000603000000000000" pitchFamily="2" charset="0"/>
              <a:ea typeface="CMU Sans Serif" panose="02000603000000000000" pitchFamily="2" charset="0"/>
              <a:cs typeface="CMU Sans Serif" panose="02000603000000000000" pitchFamily="2" charset="0"/>
            </a:endParaRPr>
          </a:p>
        </p:txBody>
      </p:sp>
    </p:spTree>
    <p:extLst>
      <p:ext uri="{BB962C8B-B14F-4D97-AF65-F5344CB8AC3E}">
        <p14:creationId xmlns:p14="http://schemas.microsoft.com/office/powerpoint/2010/main" val="211942881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54017</TotalTime>
  <Words>4289</Words>
  <Application>Microsoft Office PowerPoint</Application>
  <PresentationFormat>Widescreen</PresentationFormat>
  <Paragraphs>358</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Cambria Math</vt:lpstr>
      <vt:lpstr>CMU Sans Serif</vt:lpstr>
      <vt:lpstr>Google Sans Text</vt:lpstr>
      <vt:lpstr>Helvetica</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Sebastian Alfredo Munoz Herrera</dc:creator>
  <cp:lastModifiedBy>Héctor Alonso Hormazábal Vildósola</cp:lastModifiedBy>
  <cp:revision>305</cp:revision>
  <cp:lastPrinted>2025-06-20T00:00:54Z</cp:lastPrinted>
  <dcterms:created xsi:type="dcterms:W3CDTF">2020-06-17T02:23:22Z</dcterms:created>
  <dcterms:modified xsi:type="dcterms:W3CDTF">2026-04-25T10:03:38Z</dcterms:modified>
</cp:coreProperties>
</file>
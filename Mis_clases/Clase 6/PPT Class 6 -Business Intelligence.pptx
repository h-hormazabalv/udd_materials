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7" r:id="rId2"/>
    <p:sldId id="415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4" r:id="rId12"/>
    <p:sldId id="445" r:id="rId13"/>
    <p:sldId id="398" r:id="rId14"/>
    <p:sldId id="446" r:id="rId15"/>
  </p:sldIdLst>
  <p:sldSz cx="12192000" cy="6858000"/>
  <p:notesSz cx="7010400" cy="9296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F2F2F2"/>
    <a:srgbClr val="3E7D13"/>
    <a:srgbClr val="C76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43" autoAdjust="0"/>
    <p:restoredTop sz="93792" autoAdjust="0"/>
  </p:normalViewPr>
  <p:slideViewPr>
    <p:cSldViewPr snapToGrid="0">
      <p:cViewPr varScale="1">
        <p:scale>
          <a:sx n="64" d="100"/>
          <a:sy n="64" d="100"/>
        </p:scale>
        <p:origin x="36" y="4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ctor Alonso Hormazábal Vildósola" userId="b9d27978aac6e731" providerId="LiveId" clId="{020D0493-E6BC-4671-B34D-8F6CEB114E39}"/>
    <pc:docChg chg="modSld">
      <pc:chgData name="Héctor Alonso Hormazábal Vildósola" userId="b9d27978aac6e731" providerId="LiveId" clId="{020D0493-E6BC-4671-B34D-8F6CEB114E39}" dt="2026-04-01T20:16:27.617" v="0" actId="403"/>
      <pc:docMkLst>
        <pc:docMk/>
      </pc:docMkLst>
      <pc:sldChg chg="modSp mod">
        <pc:chgData name="Héctor Alonso Hormazábal Vildósola" userId="b9d27978aac6e731" providerId="LiveId" clId="{020D0493-E6BC-4671-B34D-8F6CEB114E39}" dt="2026-04-01T20:16:27.617" v="0" actId="403"/>
        <pc:sldMkLst>
          <pc:docMk/>
          <pc:sldMk cId="2472915426" sldId="415"/>
        </pc:sldMkLst>
        <pc:spChg chg="mod">
          <ac:chgData name="Héctor Alonso Hormazábal Vildósola" userId="b9d27978aac6e731" providerId="LiveId" clId="{020D0493-E6BC-4671-B34D-8F6CEB114E39}" dt="2026-04-01T20:16:27.617" v="0" actId="403"/>
          <ac:spMkLst>
            <pc:docMk/>
            <pc:sldMk cId="2472915426" sldId="415"/>
            <ac:spMk id="14" creationId="{7666F8B2-463B-75FC-0E88-3C9369B898B4}"/>
          </ac:spMkLst>
        </pc:spChg>
      </pc:sldChg>
    </pc:docChg>
  </pc:docChgLst>
  <pc:docChgLst>
    <pc:chgData name="Héctor Alonso Hormazábal Vildósola" userId="b9d27978aac6e731" providerId="LiveId" clId="{B71A42DC-BA9F-45EC-A9E4-553C128B583E}"/>
    <pc:docChg chg="undo custSel addSld delSld modSld">
      <pc:chgData name="Héctor Alonso Hormazábal Vildósola" userId="b9d27978aac6e731" providerId="LiveId" clId="{B71A42DC-BA9F-45EC-A9E4-553C128B583E}" dt="2026-04-04T06:43:25.356" v="1485" actId="20577"/>
      <pc:docMkLst>
        <pc:docMk/>
      </pc:docMkLst>
      <pc:sldChg chg="modSp mod">
        <pc:chgData name="Héctor Alonso Hormazábal Vildósola" userId="b9d27978aac6e731" providerId="LiveId" clId="{B71A42DC-BA9F-45EC-A9E4-553C128B583E}" dt="2026-04-04T04:16:09.112" v="215" actId="20577"/>
        <pc:sldMkLst>
          <pc:docMk/>
          <pc:sldMk cId="3612186208" sldId="347"/>
        </pc:sldMkLst>
        <pc:spChg chg="mod">
          <ac:chgData name="Héctor Alonso Hormazábal Vildósola" userId="b9d27978aac6e731" providerId="LiveId" clId="{B71A42DC-BA9F-45EC-A9E4-553C128B583E}" dt="2026-04-04T04:16:09.112" v="215" actId="20577"/>
          <ac:spMkLst>
            <pc:docMk/>
            <pc:sldMk cId="3612186208" sldId="347"/>
            <ac:spMk id="7" creationId="{794F2F35-203D-41CB-8506-3752C0BD239E}"/>
          </ac:spMkLst>
        </pc:spChg>
      </pc:sldChg>
      <pc:sldChg chg="modSp add mod">
        <pc:chgData name="Héctor Alonso Hormazábal Vildósola" userId="b9d27978aac6e731" providerId="LiveId" clId="{B71A42DC-BA9F-45EC-A9E4-553C128B583E}" dt="2026-04-04T06:43:25.356" v="1485" actId="20577"/>
        <pc:sldMkLst>
          <pc:docMk/>
          <pc:sldMk cId="1995537604" sldId="398"/>
        </pc:sldMkLst>
        <pc:graphicFrameChg chg="mod modGraphic">
          <ac:chgData name="Héctor Alonso Hormazábal Vildósola" userId="b9d27978aac6e731" providerId="LiveId" clId="{B71A42DC-BA9F-45EC-A9E4-553C128B583E}" dt="2026-04-04T06:43:25.356" v="1485" actId="20577"/>
          <ac:graphicFrameMkLst>
            <pc:docMk/>
            <pc:sldMk cId="1995537604" sldId="398"/>
            <ac:graphicFrameMk id="3" creationId="{64652A2A-F914-890D-329C-11AC45BFAF16}"/>
          </ac:graphicFrameMkLst>
        </pc:graphicFrameChg>
      </pc:sldChg>
      <pc:sldChg chg="addSp delSp modSp mod">
        <pc:chgData name="Héctor Alonso Hormazábal Vildósola" userId="b9d27978aac6e731" providerId="LiveId" clId="{B71A42DC-BA9F-45EC-A9E4-553C128B583E}" dt="2026-04-04T04:19:08.520" v="218" actId="2711"/>
        <pc:sldMkLst>
          <pc:docMk/>
          <pc:sldMk cId="2472915426" sldId="415"/>
        </pc:sldMkLst>
        <pc:spChg chg="add del mod">
          <ac:chgData name="Héctor Alonso Hormazábal Vildósola" userId="b9d27978aac6e731" providerId="LiveId" clId="{B71A42DC-BA9F-45EC-A9E4-553C128B583E}" dt="2026-04-04T04:12:19.047" v="117" actId="478"/>
          <ac:spMkLst>
            <pc:docMk/>
            <pc:sldMk cId="2472915426" sldId="415"/>
            <ac:spMk id="3" creationId="{84BB2BC6-7BFE-46CF-8E68-951659489F52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4" creationId="{F6757C05-CB28-CBD0-E929-3264B20DDA52}"/>
          </ac:spMkLst>
        </pc:spChg>
        <pc:spChg chg="add del mod">
          <ac:chgData name="Héctor Alonso Hormazábal Vildósola" userId="b9d27978aac6e731" providerId="LiveId" clId="{B71A42DC-BA9F-45EC-A9E4-553C128B583E}" dt="2026-04-04T04:19:08.520" v="218" actId="2711"/>
          <ac:spMkLst>
            <pc:docMk/>
            <pc:sldMk cId="2472915426" sldId="415"/>
            <ac:spMk id="5" creationId="{080CDC08-ED67-454A-B65C-69EB1EE0C716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472915426" sldId="415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12:11.404" v="115" actId="20577"/>
          <ac:spMkLst>
            <pc:docMk/>
            <pc:sldMk cId="2472915426" sldId="415"/>
            <ac:spMk id="7" creationId="{1616B852-63A6-4684-9357-AC52515CBAE6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3" creationId="{DA279E07-DDD0-C83F-90CE-14A113B913BF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4" creationId="{7666F8B2-463B-75FC-0E88-3C9369B898B4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6" creationId="{A47F7B79-9313-8203-8A07-26986D16D6B9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7" creationId="{D689347D-A1B0-BE13-FC95-C980E7DD6171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18" creationId="{573C6DDA-6545-821C-F370-62FFF2235731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20" creationId="{81F64D1F-D527-66E5-B98B-3CB2B8E0BB67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25" creationId="{D009B19B-A6E0-B5FF-E874-7BD2EF3B0CB3}"/>
          </ac:spMkLst>
        </pc:spChg>
        <pc:spChg chg="del">
          <ac:chgData name="Héctor Alonso Hormazábal Vildósola" userId="b9d27978aac6e731" providerId="LiveId" clId="{B71A42DC-BA9F-45EC-A9E4-553C128B583E}" dt="2026-04-03T04:12:26.735" v="0" actId="478"/>
          <ac:spMkLst>
            <pc:docMk/>
            <pc:sldMk cId="2472915426" sldId="415"/>
            <ac:spMk id="26" creationId="{D97AE7F6-B3A5-8712-ABD4-45F1C8828A3C}"/>
          </ac:spMkLst>
        </pc:spChg>
        <pc:picChg chg="add mod">
          <ac:chgData name="Héctor Alonso Hormazábal Vildósola" userId="b9d27978aac6e731" providerId="LiveId" clId="{B71A42DC-BA9F-45EC-A9E4-553C128B583E}" dt="2026-04-04T04:11:50.703" v="104" actId="14100"/>
          <ac:picMkLst>
            <pc:docMk/>
            <pc:sldMk cId="2472915426" sldId="415"/>
            <ac:picMk id="1027" creationId="{C3FCBF35-2013-40F3-BB04-6402F3D79D0B}"/>
          </ac:picMkLst>
        </pc:pic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28" creationId="{6E532E63-2238-4E4A-812B-A1E87311AE35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29" creationId="{D12DD4AE-CC0B-D27A-77E7-9AE2FC09CF01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33" creationId="{1592D99F-BC5B-4E15-75DF-52431EE47AE7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36" creationId="{5CCF60AF-DB2B-3C12-7783-488AC6102E6F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39" creationId="{D7C67E97-801F-8EE2-E898-3AF1BFA5F1F1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42" creationId="{AFD84578-1297-5B03-0786-E09E9484B4EF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45" creationId="{352D21EC-DA54-5A63-6AB2-1A7598C78085}"/>
          </ac:cxnSpMkLst>
        </pc:cxnChg>
        <pc:cxnChg chg="del mod">
          <ac:chgData name="Héctor Alonso Hormazábal Vildósola" userId="b9d27978aac6e731" providerId="LiveId" clId="{B71A42DC-BA9F-45EC-A9E4-553C128B583E}" dt="2026-04-03T04:12:26.735" v="0" actId="478"/>
          <ac:cxnSpMkLst>
            <pc:docMk/>
            <pc:sldMk cId="2472915426" sldId="415"/>
            <ac:cxnSpMk id="48" creationId="{FB77154E-57EF-AB89-5291-46D6C6447003}"/>
          </ac:cxnSpMkLst>
        </pc:cxnChg>
      </pc:sldChg>
      <pc:sldChg chg="modSp del">
        <pc:chgData name="Héctor Alonso Hormazábal Vildósola" userId="b9d27978aac6e731" providerId="LiveId" clId="{B71A42DC-BA9F-45EC-A9E4-553C128B583E}" dt="2026-04-04T06:33:37.634" v="1350" actId="47"/>
        <pc:sldMkLst>
          <pc:docMk/>
          <pc:sldMk cId="3196428192" sldId="416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196428192" sldId="416"/>
            <ac:spMk id="6" creationId="{518E76C6-EA0F-66F9-70BF-AF753BD3ACF7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7.968" v="1351" actId="47"/>
        <pc:sldMkLst>
          <pc:docMk/>
          <pc:sldMk cId="2382967793" sldId="417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382967793" sldId="417"/>
            <ac:spMk id="6" creationId="{17560661-D106-0DC7-D9D6-E1123042C5F2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8.507" v="1352" actId="47"/>
        <pc:sldMkLst>
          <pc:docMk/>
          <pc:sldMk cId="3302710429" sldId="418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02710429" sldId="418"/>
            <ac:spMk id="6" creationId="{E1E61037-ECA6-0348-A5E6-1CFE3B9F8E68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8.986" v="1353" actId="47"/>
        <pc:sldMkLst>
          <pc:docMk/>
          <pc:sldMk cId="416973109" sldId="419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416973109" sldId="419"/>
            <ac:spMk id="6" creationId="{E648C515-172E-7249-F900-B324F64706ED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9.440" v="1354" actId="47"/>
        <pc:sldMkLst>
          <pc:docMk/>
          <pc:sldMk cId="3392886262" sldId="420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92886262" sldId="420"/>
            <ac:spMk id="6" creationId="{F85F0357-24E4-FA8C-591C-0F0DBD43ABF0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39.931" v="1355" actId="47"/>
        <pc:sldMkLst>
          <pc:docMk/>
          <pc:sldMk cId="334628607" sldId="421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4628607" sldId="421"/>
            <ac:spMk id="6" creationId="{D408DBEC-A1DE-36A0-31BE-B254A9B5A073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0.418" v="1356" actId="47"/>
        <pc:sldMkLst>
          <pc:docMk/>
          <pc:sldMk cId="3221862902" sldId="422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221862902" sldId="422"/>
            <ac:spMk id="6" creationId="{CB64CE00-F253-6E46-B610-00057C2510DB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0.949" v="1357" actId="47"/>
        <pc:sldMkLst>
          <pc:docMk/>
          <pc:sldMk cId="361392358" sldId="423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61392358" sldId="423"/>
            <ac:spMk id="6" creationId="{1DA19A42-2116-C0E7-5A89-B292151471D0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3.602" v="1360" actId="47"/>
        <pc:sldMkLst>
          <pc:docMk/>
          <pc:sldMk cId="289152900" sldId="424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89152900" sldId="424"/>
            <ac:spMk id="6" creationId="{229E0296-2AE8-AA3C-AB07-5494331B9365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1.744" v="1358" actId="47"/>
        <pc:sldMkLst>
          <pc:docMk/>
          <pc:sldMk cId="361911955" sldId="425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61911955" sldId="425"/>
            <ac:spMk id="6" creationId="{F4BFD36F-151A-95B3-0576-BCA7B643BAEE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4.103" v="1361" actId="47"/>
        <pc:sldMkLst>
          <pc:docMk/>
          <pc:sldMk cId="1377499650" sldId="427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377499650" sldId="427"/>
            <ac:spMk id="6" creationId="{7522AF07-E463-940A-14C5-DABE02302C64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2.504" v="1359" actId="47"/>
        <pc:sldMkLst>
          <pc:docMk/>
          <pc:sldMk cId="607527406" sldId="428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607527406" sldId="428"/>
            <ac:spMk id="6" creationId="{2DC19BD1-24F4-9B55-B72F-60CC081D7846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4.908" v="1362" actId="47"/>
        <pc:sldMkLst>
          <pc:docMk/>
          <pc:sldMk cId="2646798886" sldId="429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646798886" sldId="429"/>
            <ac:spMk id="6" creationId="{EE38C2B0-0CF7-4051-5C6D-5D2EE197C966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7.602" v="1366" actId="47"/>
        <pc:sldMkLst>
          <pc:docMk/>
          <pc:sldMk cId="185047713" sldId="430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85047713" sldId="430"/>
            <ac:spMk id="6" creationId="{251823CC-7DA2-8306-41BF-BD49DF060A75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5.655" v="1363" actId="47"/>
        <pc:sldMkLst>
          <pc:docMk/>
          <pc:sldMk cId="1343557959" sldId="431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343557959" sldId="431"/>
            <ac:spMk id="6" creationId="{01771353-8B40-B214-81A9-1420D0B823EE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6.311" v="1364" actId="47"/>
        <pc:sldMkLst>
          <pc:docMk/>
          <pc:sldMk cId="947427776" sldId="432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947427776" sldId="432"/>
            <ac:spMk id="6" creationId="{51C75E92-8E10-9967-1C4D-16DCB18B7205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6.836" v="1365" actId="47"/>
        <pc:sldMkLst>
          <pc:docMk/>
          <pc:sldMk cId="2303163748" sldId="433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303163748" sldId="433"/>
            <ac:spMk id="6" creationId="{E9B1842F-B8BC-E4C5-5221-C6EDA8FF932F}"/>
          </ac:spMkLst>
        </pc:spChg>
      </pc:sldChg>
      <pc:sldChg chg="modSp del">
        <pc:chgData name="Héctor Alonso Hormazábal Vildósola" userId="b9d27978aac6e731" providerId="LiveId" clId="{B71A42DC-BA9F-45EC-A9E4-553C128B583E}" dt="2026-04-04T06:33:48.755" v="1367" actId="47"/>
        <pc:sldMkLst>
          <pc:docMk/>
          <pc:sldMk cId="4053748534" sldId="434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4053748534" sldId="434"/>
            <ac:spMk id="6" creationId="{A4D772DC-40B2-6AAA-5B26-B0056BD7264E}"/>
          </ac:spMkLst>
        </pc:spChg>
      </pc:sldChg>
      <pc:sldChg chg="del">
        <pc:chgData name="Héctor Alonso Hormazábal Vildósola" userId="b9d27978aac6e731" providerId="LiveId" clId="{B71A42DC-BA9F-45EC-A9E4-553C128B583E}" dt="2026-04-04T06:34:11.300" v="1370" actId="2696"/>
        <pc:sldMkLst>
          <pc:docMk/>
          <pc:sldMk cId="1167787400" sldId="435"/>
        </pc:sldMkLst>
      </pc:sldChg>
      <pc:sldChg chg="addSp modSp add mod">
        <pc:chgData name="Héctor Alonso Hormazábal Vildósola" userId="b9d27978aac6e731" providerId="LiveId" clId="{B71A42DC-BA9F-45EC-A9E4-553C128B583E}" dt="2026-04-04T06:29:44.054" v="1325" actId="790"/>
        <pc:sldMkLst>
          <pc:docMk/>
          <pc:sldMk cId="2502597907" sldId="436"/>
        </pc:sldMkLst>
        <pc:spChg chg="add mod">
          <ac:chgData name="Héctor Alonso Hormazábal Vildósola" userId="b9d27978aac6e731" providerId="LiveId" clId="{B71A42DC-BA9F-45EC-A9E4-553C128B583E}" dt="2026-04-04T04:14:30.222" v="156" actId="14100"/>
          <ac:spMkLst>
            <pc:docMk/>
            <pc:sldMk cId="2502597907" sldId="436"/>
            <ac:spMk id="3" creationId="{709C9C5D-270E-4C52-BA2B-80B40AD290E3}"/>
          </ac:spMkLst>
        </pc:spChg>
        <pc:spChg chg="add mod">
          <ac:chgData name="Héctor Alonso Hormazábal Vildósola" userId="b9d27978aac6e731" providerId="LiveId" clId="{B71A42DC-BA9F-45EC-A9E4-553C128B583E}" dt="2026-04-04T06:29:27.532" v="1324" actId="790"/>
          <ac:spMkLst>
            <pc:docMk/>
            <pc:sldMk cId="2502597907" sldId="436"/>
            <ac:spMk id="4" creationId="{263427F3-06A2-4157-A6CA-78237C3CECDD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2502597907" sldId="436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6:29:44.054" v="1325" actId="790"/>
          <ac:spMkLst>
            <pc:docMk/>
            <pc:sldMk cId="2502597907" sldId="436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4:13:38.196" v="151" actId="1076"/>
          <ac:picMkLst>
            <pc:docMk/>
            <pc:sldMk cId="2502597907" sldId="436"/>
            <ac:picMk id="8" creationId="{729484AA-7EE2-404F-875A-C6CD5509FCC5}"/>
          </ac:picMkLst>
        </pc:picChg>
      </pc:sldChg>
      <pc:sldChg chg="addSp delSp modSp add mod">
        <pc:chgData name="Héctor Alonso Hormazábal Vildósola" userId="b9d27978aac6e731" providerId="LiveId" clId="{B71A42DC-BA9F-45EC-A9E4-553C128B583E}" dt="2026-04-04T04:29:41.907" v="284" actId="1076"/>
        <pc:sldMkLst>
          <pc:docMk/>
          <pc:sldMk cId="1641930268" sldId="437"/>
        </pc:sldMkLst>
        <pc:spChg chg="add del mod">
          <ac:chgData name="Héctor Alonso Hormazábal Vildósola" userId="b9d27978aac6e731" providerId="LiveId" clId="{B71A42DC-BA9F-45EC-A9E4-553C128B583E}" dt="2026-04-04T04:27:16.494" v="250" actId="478"/>
          <ac:spMkLst>
            <pc:docMk/>
            <pc:sldMk cId="1641930268" sldId="437"/>
            <ac:spMk id="3" creationId="{7DE385DE-39ED-4E4D-BB19-7836E759A5A2}"/>
          </ac:spMkLst>
        </pc:spChg>
        <pc:spChg chg="add del mod">
          <ac:chgData name="Héctor Alonso Hormazábal Vildósola" userId="b9d27978aac6e731" providerId="LiveId" clId="{B71A42DC-BA9F-45EC-A9E4-553C128B583E}" dt="2026-04-04T04:27:16.494" v="250" actId="478"/>
          <ac:spMkLst>
            <pc:docMk/>
            <pc:sldMk cId="1641930268" sldId="437"/>
            <ac:spMk id="4" creationId="{3D4B4D3D-6758-43F2-B21E-9B669F85C905}"/>
          </ac:spMkLst>
        </pc:spChg>
        <pc:spChg chg="add del mod">
          <ac:chgData name="Héctor Alonso Hormazábal Vildósola" userId="b9d27978aac6e731" providerId="LiveId" clId="{B71A42DC-BA9F-45EC-A9E4-553C128B583E}" dt="2026-04-04T04:27:24.147" v="253" actId="478"/>
          <ac:spMkLst>
            <pc:docMk/>
            <pc:sldMk cId="1641930268" sldId="437"/>
            <ac:spMk id="5" creationId="{A422EC69-48F2-4592-90A8-45C17CB5E016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641930268" sldId="437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23:31.425" v="223" actId="2711"/>
          <ac:spMkLst>
            <pc:docMk/>
            <pc:sldMk cId="1641930268" sldId="437"/>
            <ac:spMk id="7" creationId="{1616B852-63A6-4684-9357-AC52515CBAE6}"/>
          </ac:spMkLst>
        </pc:spChg>
        <pc:spChg chg="add del mod">
          <ac:chgData name="Héctor Alonso Hormazábal Vildósola" userId="b9d27978aac6e731" providerId="LiveId" clId="{B71A42DC-BA9F-45EC-A9E4-553C128B583E}" dt="2026-04-04T04:27:24.147" v="253" actId="478"/>
          <ac:spMkLst>
            <pc:docMk/>
            <pc:sldMk cId="1641930268" sldId="437"/>
            <ac:spMk id="8" creationId="{8941D696-1E98-4375-ABEB-B668CA3EBD41}"/>
          </ac:spMkLst>
        </pc:spChg>
        <pc:spChg chg="add del mod">
          <ac:chgData name="Héctor Alonso Hormazábal Vildósola" userId="b9d27978aac6e731" providerId="LiveId" clId="{B71A42DC-BA9F-45EC-A9E4-553C128B583E}" dt="2026-04-04T04:27:35.220" v="256" actId="478"/>
          <ac:spMkLst>
            <pc:docMk/>
            <pc:sldMk cId="1641930268" sldId="437"/>
            <ac:spMk id="9" creationId="{1B0372CB-C649-4B34-9257-6B336BD17D20}"/>
          </ac:spMkLst>
        </pc:spChg>
        <pc:spChg chg="add del">
          <ac:chgData name="Héctor Alonso Hormazábal Vildósola" userId="b9d27978aac6e731" providerId="LiveId" clId="{B71A42DC-BA9F-45EC-A9E4-553C128B583E}" dt="2026-04-04T04:27:35.220" v="256" actId="478"/>
          <ac:spMkLst>
            <pc:docMk/>
            <pc:sldMk cId="1641930268" sldId="437"/>
            <ac:spMk id="10" creationId="{2C2A887C-46D5-43F4-B7F3-FA99A0594805}"/>
          </ac:spMkLst>
        </pc:spChg>
        <pc:spChg chg="add del">
          <ac:chgData name="Héctor Alonso Hormazábal Vildósola" userId="b9d27978aac6e731" providerId="LiveId" clId="{B71A42DC-BA9F-45EC-A9E4-553C128B583E}" dt="2026-04-04T04:27:35.220" v="256" actId="478"/>
          <ac:spMkLst>
            <pc:docMk/>
            <pc:sldMk cId="1641930268" sldId="437"/>
            <ac:spMk id="11" creationId="{C28C0017-3570-424D-A216-13D72180E943}"/>
          </ac:spMkLst>
        </pc:spChg>
        <pc:spChg chg="add del mod">
          <ac:chgData name="Héctor Alonso Hormazábal Vildósola" userId="b9d27978aac6e731" providerId="LiveId" clId="{B71A42DC-BA9F-45EC-A9E4-553C128B583E}" dt="2026-04-04T04:28:12.347" v="262" actId="478"/>
          <ac:spMkLst>
            <pc:docMk/>
            <pc:sldMk cId="1641930268" sldId="437"/>
            <ac:spMk id="12" creationId="{CD7F2D6F-0C3B-465D-8CAD-AB616C5B304C}"/>
          </ac:spMkLst>
        </pc:spChg>
        <pc:spChg chg="add del mod">
          <ac:chgData name="Héctor Alonso Hormazábal Vildósola" userId="b9d27978aac6e731" providerId="LiveId" clId="{B71A42DC-BA9F-45EC-A9E4-553C128B583E}" dt="2026-04-04T04:28:12.347" v="262" actId="478"/>
          <ac:spMkLst>
            <pc:docMk/>
            <pc:sldMk cId="1641930268" sldId="437"/>
            <ac:spMk id="13" creationId="{B09ED6ED-0DFB-485E-8BFD-288E05636653}"/>
          </ac:spMkLst>
        </pc:spChg>
        <pc:spChg chg="add del mod">
          <ac:chgData name="Héctor Alonso Hormazábal Vildósola" userId="b9d27978aac6e731" providerId="LiveId" clId="{B71A42DC-BA9F-45EC-A9E4-553C128B583E}" dt="2026-04-04T04:28:12.347" v="262" actId="478"/>
          <ac:spMkLst>
            <pc:docMk/>
            <pc:sldMk cId="1641930268" sldId="437"/>
            <ac:spMk id="14" creationId="{75CB94F3-3150-4E66-851B-A6A5FD337CA6}"/>
          </ac:spMkLst>
        </pc:spChg>
        <pc:spChg chg="add mod">
          <ac:chgData name="Héctor Alonso Hormazábal Vildósola" userId="b9d27978aac6e731" providerId="LiveId" clId="{B71A42DC-BA9F-45EC-A9E4-553C128B583E}" dt="2026-04-04T04:29:27.492" v="283" actId="20577"/>
          <ac:spMkLst>
            <pc:docMk/>
            <pc:sldMk cId="1641930268" sldId="437"/>
            <ac:spMk id="15" creationId="{CD54F256-3842-4404-A7FC-0A7076A26D0A}"/>
          </ac:spMkLst>
        </pc:spChg>
        <pc:spChg chg="add del mod">
          <ac:chgData name="Héctor Alonso Hormazábal Vildósola" userId="b9d27978aac6e731" providerId="LiveId" clId="{B71A42DC-BA9F-45EC-A9E4-553C128B583E}" dt="2026-04-04T04:28:30.426" v="267" actId="21"/>
          <ac:spMkLst>
            <pc:docMk/>
            <pc:sldMk cId="1641930268" sldId="437"/>
            <ac:spMk id="16" creationId="{9907C3FC-8DBF-4DC6-84E6-24F1E9E74450}"/>
          </ac:spMkLst>
        </pc:spChg>
        <pc:picChg chg="add mod">
          <ac:chgData name="Héctor Alonso Hormazábal Vildósola" userId="b9d27978aac6e731" providerId="LiveId" clId="{B71A42DC-BA9F-45EC-A9E4-553C128B583E}" dt="2026-04-04T04:29:41.907" v="284" actId="1076"/>
          <ac:picMkLst>
            <pc:docMk/>
            <pc:sldMk cId="1641930268" sldId="437"/>
            <ac:picMk id="2050" creationId="{414C7FC1-F49C-49AD-B1A5-4A11B095933D}"/>
          </ac:picMkLst>
        </pc:picChg>
      </pc:sldChg>
      <pc:sldChg chg="addSp delSp modSp add mod">
        <pc:chgData name="Héctor Alonso Hormazábal Vildósola" userId="b9d27978aac6e731" providerId="LiveId" clId="{B71A42DC-BA9F-45EC-A9E4-553C128B583E}" dt="2026-04-04T05:04:02.715" v="672" actId="20577"/>
        <pc:sldMkLst>
          <pc:docMk/>
          <pc:sldMk cId="1543918204" sldId="438"/>
        </pc:sldMkLst>
        <pc:spChg chg="add">
          <ac:chgData name="Héctor Alonso Hormazábal Vildósola" userId="b9d27978aac6e731" providerId="LiveId" clId="{B71A42DC-BA9F-45EC-A9E4-553C128B583E}" dt="2026-04-04T04:34:50.662" v="285"/>
          <ac:spMkLst>
            <pc:docMk/>
            <pc:sldMk cId="1543918204" sldId="438"/>
            <ac:spMk id="3" creationId="{E2DA24AA-40F8-4BC3-885A-DE16033D7D92}"/>
          </ac:spMkLst>
        </pc:spChg>
        <pc:spChg chg="add del mod">
          <ac:chgData name="Héctor Alonso Hormazábal Vildósola" userId="b9d27978aac6e731" providerId="LiveId" clId="{B71A42DC-BA9F-45EC-A9E4-553C128B583E}" dt="2026-04-04T04:35:06.037" v="287" actId="478"/>
          <ac:spMkLst>
            <pc:docMk/>
            <pc:sldMk cId="1543918204" sldId="438"/>
            <ac:spMk id="4" creationId="{4FFAD4A6-4037-4176-90A0-1EA0AE1B90C6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543918204" sldId="438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54:26.949" v="669" actId="20577"/>
          <ac:spMkLst>
            <pc:docMk/>
            <pc:sldMk cId="1543918204" sldId="438"/>
            <ac:spMk id="7" creationId="{1616B852-63A6-4684-9357-AC52515CBAE6}"/>
          </ac:spMkLst>
        </pc:spChg>
        <pc:spChg chg="add del mod">
          <ac:chgData name="Héctor Alonso Hormazábal Vildósola" userId="b9d27978aac6e731" providerId="LiveId" clId="{B71A42DC-BA9F-45EC-A9E4-553C128B583E}" dt="2026-04-04T04:37:32.517" v="303"/>
          <ac:spMkLst>
            <pc:docMk/>
            <pc:sldMk cId="1543918204" sldId="438"/>
            <ac:spMk id="9" creationId="{DA9BA2E0-0E3D-4696-B1DB-0D85D2975575}"/>
          </ac:spMkLst>
        </pc:spChg>
        <pc:spChg chg="add mod">
          <ac:chgData name="Héctor Alonso Hormazábal Vildósola" userId="b9d27978aac6e731" providerId="LiveId" clId="{B71A42DC-BA9F-45EC-A9E4-553C128B583E}" dt="2026-04-04T05:04:02.715" v="672" actId="20577"/>
          <ac:spMkLst>
            <pc:docMk/>
            <pc:sldMk cId="1543918204" sldId="438"/>
            <ac:spMk id="10" creationId="{82F5AEC1-CEAF-459F-844A-1648AB9C1029}"/>
          </ac:spMkLst>
        </pc:spChg>
        <pc:picChg chg="add del mod">
          <ac:chgData name="Héctor Alonso Hormazábal Vildósola" userId="b9d27978aac6e731" providerId="LiveId" clId="{B71A42DC-BA9F-45EC-A9E4-553C128B583E}" dt="2026-04-04T04:37:32.515" v="301" actId="478"/>
          <ac:picMkLst>
            <pc:docMk/>
            <pc:sldMk cId="1543918204" sldId="438"/>
            <ac:picMk id="8" creationId="{DA785D79-34B2-49DD-B774-84FE716E322C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4:52:42.795" v="606" actId="1076"/>
        <pc:sldMkLst>
          <pc:docMk/>
          <pc:sldMk cId="865393244" sldId="439"/>
        </pc:sldMkLst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865393244" sldId="439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4:48:18.818" v="603"/>
          <ac:spMkLst>
            <pc:docMk/>
            <pc:sldMk cId="865393244" sldId="439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4:52:42.795" v="606" actId="1076"/>
          <ac:picMkLst>
            <pc:docMk/>
            <pc:sldMk cId="865393244" sldId="439"/>
            <ac:picMk id="4098" creationId="{C97F0F7D-9F6C-4BF9-BC0B-CE5940BC819D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5:35:46.145" v="800" actId="1076"/>
        <pc:sldMkLst>
          <pc:docMk/>
          <pc:sldMk cId="1386246225" sldId="440"/>
        </pc:sldMkLst>
        <pc:spChg chg="add mod">
          <ac:chgData name="Héctor Alonso Hormazábal Vildósola" userId="b9d27978aac6e731" providerId="LiveId" clId="{B71A42DC-BA9F-45EC-A9E4-553C128B583E}" dt="2026-04-04T05:35:46.145" v="800" actId="1076"/>
          <ac:spMkLst>
            <pc:docMk/>
            <pc:sldMk cId="1386246225" sldId="440"/>
            <ac:spMk id="3" creationId="{AFCB0E62-20D6-41AF-BF85-4F50FBE5B63A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386246225" sldId="440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5:06:34.430" v="674" actId="113"/>
          <ac:spMkLst>
            <pc:docMk/>
            <pc:sldMk cId="1386246225" sldId="440"/>
            <ac:spMk id="7" creationId="{1616B852-63A6-4684-9357-AC52515CBAE6}"/>
          </ac:spMkLst>
        </pc:spChg>
      </pc:sldChg>
      <pc:sldChg chg="addSp delSp modSp add mod">
        <pc:chgData name="Héctor Alonso Hormazábal Vildósola" userId="b9d27978aac6e731" providerId="LiveId" clId="{B71A42DC-BA9F-45EC-A9E4-553C128B583E}" dt="2026-04-04T05:44:31.052" v="886" actId="1076"/>
        <pc:sldMkLst>
          <pc:docMk/>
          <pc:sldMk cId="3387648126" sldId="441"/>
        </pc:sldMkLst>
        <pc:spChg chg="add mod">
          <ac:chgData name="Héctor Alonso Hormazábal Vildósola" userId="b9d27978aac6e731" providerId="LiveId" clId="{B71A42DC-BA9F-45EC-A9E4-553C128B583E}" dt="2026-04-04T05:43:08.500" v="872" actId="20577"/>
          <ac:spMkLst>
            <pc:docMk/>
            <pc:sldMk cId="3387648126" sldId="441"/>
            <ac:spMk id="3" creationId="{43D0B7C3-4712-4D63-8FE6-2CE89D82A471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3387648126" sldId="441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5:36:00.475" v="827" actId="20577"/>
          <ac:spMkLst>
            <pc:docMk/>
            <pc:sldMk cId="3387648126" sldId="441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5:44:31.052" v="886" actId="1076"/>
          <ac:picMkLst>
            <pc:docMk/>
            <pc:sldMk cId="3387648126" sldId="441"/>
            <ac:picMk id="5" creationId="{3E1DA965-1E85-4C19-BF92-53DBD9EE658D}"/>
          </ac:picMkLst>
        </pc:picChg>
        <pc:picChg chg="add del mod">
          <ac:chgData name="Héctor Alonso Hormazábal Vildósola" userId="b9d27978aac6e731" providerId="LiveId" clId="{B71A42DC-BA9F-45EC-A9E4-553C128B583E}" dt="2026-04-04T05:44:21.377" v="881" actId="478"/>
          <ac:picMkLst>
            <pc:docMk/>
            <pc:sldMk cId="3387648126" sldId="441"/>
            <ac:picMk id="6147" creationId="{5B628947-B84E-4DE9-9FAC-A4C62B3239F7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6:33:28.643" v="1349"/>
        <pc:sldMkLst>
          <pc:docMk/>
          <pc:sldMk cId="1936271266" sldId="442"/>
        </pc:sldMkLst>
        <pc:spChg chg="add mod">
          <ac:chgData name="Héctor Alonso Hormazábal Vildósola" userId="b9d27978aac6e731" providerId="LiveId" clId="{B71A42DC-BA9F-45EC-A9E4-553C128B583E}" dt="2026-04-04T06:01:49.285" v="1099" actId="767"/>
          <ac:spMkLst>
            <pc:docMk/>
            <pc:sldMk cId="1936271266" sldId="442"/>
            <ac:spMk id="4" creationId="{650D4791-CB01-4560-AF52-E66EBB50EA40}"/>
          </ac:spMkLst>
        </pc:spChg>
        <pc:spChg chg="mod">
          <ac:chgData name="Héctor Alonso Hormazábal Vildósola" userId="b9d27978aac6e731" providerId="LiveId" clId="{B71A42DC-BA9F-45EC-A9E4-553C128B583E}" dt="2026-04-04T04:18:26.040" v="217"/>
          <ac:spMkLst>
            <pc:docMk/>
            <pc:sldMk cId="1936271266" sldId="442"/>
            <ac:spMk id="6" creationId="{DB013D7C-6910-324A-931E-2860916070EC}"/>
          </ac:spMkLst>
        </pc:spChg>
        <pc:spChg chg="mod">
          <ac:chgData name="Héctor Alonso Hormazábal Vildósola" userId="b9d27978aac6e731" providerId="LiveId" clId="{B71A42DC-BA9F-45EC-A9E4-553C128B583E}" dt="2026-04-04T05:47:54.485" v="911" actId="20577"/>
          <ac:spMkLst>
            <pc:docMk/>
            <pc:sldMk cId="1936271266" sldId="442"/>
            <ac:spMk id="7" creationId="{1616B852-63A6-4684-9357-AC52515CBAE6}"/>
          </ac:spMkLst>
        </pc:spChg>
        <pc:graphicFrameChg chg="add mod modGraphic">
          <ac:chgData name="Héctor Alonso Hormazábal Vildósola" userId="b9d27978aac6e731" providerId="LiveId" clId="{B71A42DC-BA9F-45EC-A9E4-553C128B583E}" dt="2026-04-04T06:33:28.643" v="1349"/>
          <ac:graphicFrameMkLst>
            <pc:docMk/>
            <pc:sldMk cId="1936271266" sldId="442"/>
            <ac:graphicFrameMk id="3" creationId="{CA0F23A2-0C41-427B-95AF-5079D24138F8}"/>
          </ac:graphicFrameMkLst>
        </pc:graphicFrameChg>
      </pc:sldChg>
      <pc:sldChg chg="addSp modSp add mod">
        <pc:chgData name="Héctor Alonso Hormazábal Vildósola" userId="b9d27978aac6e731" providerId="LiveId" clId="{B71A42DC-BA9F-45EC-A9E4-553C128B583E}" dt="2026-04-04T06:17:27.370" v="1216" actId="113"/>
        <pc:sldMkLst>
          <pc:docMk/>
          <pc:sldMk cId="2542825168" sldId="443"/>
        </pc:sldMkLst>
        <pc:spChg chg="add mod">
          <ac:chgData name="Héctor Alonso Hormazábal Vildósola" userId="b9d27978aac6e731" providerId="LiveId" clId="{B71A42DC-BA9F-45EC-A9E4-553C128B583E}" dt="2026-04-04T06:17:27.370" v="1216" actId="113"/>
          <ac:spMkLst>
            <pc:docMk/>
            <pc:sldMk cId="2542825168" sldId="443"/>
            <ac:spMk id="3" creationId="{254CFE11-66A7-4778-B870-DC2F72C8C311}"/>
          </ac:spMkLst>
        </pc:spChg>
        <pc:spChg chg="mod">
          <ac:chgData name="Héctor Alonso Hormazábal Vildósola" userId="b9d27978aac6e731" providerId="LiveId" clId="{B71A42DC-BA9F-45EC-A9E4-553C128B583E}" dt="2026-04-04T06:07:32.594" v="1132"/>
          <ac:spMkLst>
            <pc:docMk/>
            <pc:sldMk cId="2542825168" sldId="443"/>
            <ac:spMk id="7" creationId="{1616B852-63A6-4684-9357-AC52515CBAE6}"/>
          </ac:spMkLst>
        </pc:spChg>
        <pc:picChg chg="add mod">
          <ac:chgData name="Héctor Alonso Hormazábal Vildósola" userId="b9d27978aac6e731" providerId="LiveId" clId="{B71A42DC-BA9F-45EC-A9E4-553C128B583E}" dt="2026-04-04T06:16:06.712" v="1179" actId="1076"/>
          <ac:picMkLst>
            <pc:docMk/>
            <pc:sldMk cId="2542825168" sldId="443"/>
            <ac:picMk id="8195" creationId="{E226DF09-4097-4359-9851-C565C1B07D04}"/>
          </ac:picMkLst>
        </pc:picChg>
      </pc:sldChg>
      <pc:sldChg chg="addSp delSp modSp add mod">
        <pc:chgData name="Héctor Alonso Hormazábal Vildósola" userId="b9d27978aac6e731" providerId="LiveId" clId="{B71A42DC-BA9F-45EC-A9E4-553C128B583E}" dt="2026-04-04T06:27:55.273" v="1323" actId="1076"/>
        <pc:sldMkLst>
          <pc:docMk/>
          <pc:sldMk cId="514231515" sldId="444"/>
        </pc:sldMkLst>
        <pc:spChg chg="add mod">
          <ac:chgData name="Héctor Alonso Hormazábal Vildósola" userId="b9d27978aac6e731" providerId="LiveId" clId="{B71A42DC-BA9F-45EC-A9E4-553C128B583E}" dt="2026-04-04T06:25:42.204" v="1318" actId="14100"/>
          <ac:spMkLst>
            <pc:docMk/>
            <pc:sldMk cId="514231515" sldId="444"/>
            <ac:spMk id="4" creationId="{DCB35BC0-12AF-4133-BB78-F683A2BA3CA6}"/>
          </ac:spMkLst>
        </pc:spChg>
        <pc:spChg chg="mod">
          <ac:chgData name="Héctor Alonso Hormazábal Vildósola" userId="b9d27978aac6e731" providerId="LiveId" clId="{B71A42DC-BA9F-45EC-A9E4-553C128B583E}" dt="2026-04-04T06:19:40.006" v="1218" actId="113"/>
          <ac:spMkLst>
            <pc:docMk/>
            <pc:sldMk cId="514231515" sldId="444"/>
            <ac:spMk id="7" creationId="{1616B852-63A6-4684-9357-AC52515CBAE6}"/>
          </ac:spMkLst>
        </pc:spChg>
        <pc:spChg chg="add del">
          <ac:chgData name="Héctor Alonso Hormazábal Vildósola" userId="b9d27978aac6e731" providerId="LiveId" clId="{B71A42DC-BA9F-45EC-A9E4-553C128B583E}" dt="2026-04-04T06:20:10.539" v="1220" actId="478"/>
          <ac:spMkLst>
            <pc:docMk/>
            <pc:sldMk cId="514231515" sldId="444"/>
            <ac:spMk id="8" creationId="{2C3560D3-7164-4550-BFD9-2589F9C30939}"/>
          </ac:spMkLst>
        </pc:spChg>
        <pc:picChg chg="add mod">
          <ac:chgData name="Héctor Alonso Hormazábal Vildósola" userId="b9d27978aac6e731" providerId="LiveId" clId="{B71A42DC-BA9F-45EC-A9E4-553C128B583E}" dt="2026-04-04T06:27:55.273" v="1323" actId="1076"/>
          <ac:picMkLst>
            <pc:docMk/>
            <pc:sldMk cId="514231515" sldId="444"/>
            <ac:picMk id="9219" creationId="{4F5A0855-0823-42A5-A0D4-D6FEA77EDC11}"/>
          </ac:picMkLst>
        </pc:picChg>
      </pc:sldChg>
      <pc:sldChg chg="addSp modSp add mod">
        <pc:chgData name="Héctor Alonso Hormazábal Vildósola" userId="b9d27978aac6e731" providerId="LiveId" clId="{B71A42DC-BA9F-45EC-A9E4-553C128B583E}" dt="2026-04-04T06:33:08.364" v="1347"/>
        <pc:sldMkLst>
          <pc:docMk/>
          <pc:sldMk cId="2798334163" sldId="445"/>
        </pc:sldMkLst>
        <pc:graphicFrameChg chg="add mod modGraphic">
          <ac:chgData name="Héctor Alonso Hormazábal Vildósola" userId="b9d27978aac6e731" providerId="LiveId" clId="{B71A42DC-BA9F-45EC-A9E4-553C128B583E}" dt="2026-04-04T06:33:08.364" v="1347"/>
          <ac:graphicFrameMkLst>
            <pc:docMk/>
            <pc:sldMk cId="2798334163" sldId="445"/>
            <ac:graphicFrameMk id="3" creationId="{C3705A99-26C4-407B-9519-85B1E7C5AE4E}"/>
          </ac:graphicFrameMkLst>
        </pc:graphicFrameChg>
      </pc:sldChg>
      <pc:sldChg chg="add">
        <pc:chgData name="Héctor Alonso Hormazábal Vildósola" userId="b9d27978aac6e731" providerId="LiveId" clId="{B71A42DC-BA9F-45EC-A9E4-553C128B583E}" dt="2026-04-04T06:34:07.282" v="1369"/>
        <pc:sldMkLst>
          <pc:docMk/>
          <pc:sldMk cId="2119428810" sldId="446"/>
        </pc:sldMkLst>
      </pc:sldChg>
      <pc:sldChg chg="add del">
        <pc:chgData name="Héctor Alonso Hormazábal Vildósola" userId="b9d27978aac6e731" providerId="LiveId" clId="{B71A42DC-BA9F-45EC-A9E4-553C128B583E}" dt="2026-04-04T06:33:51.712" v="1368" actId="47"/>
        <pc:sldMkLst>
          <pc:docMk/>
          <pc:sldMk cId="3537448122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885" y="0"/>
            <a:ext cx="3038319" cy="4652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ED5A-871E-4544-8630-E130C4C6C60A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9" y="4473472"/>
            <a:ext cx="5607362" cy="366087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885" y="8831160"/>
            <a:ext cx="3038319" cy="465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DB131-80DD-4B65-AB6A-E7BEF3465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3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36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96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50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5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64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00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00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53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49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15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7FBC-ECEC-269D-215F-D162FF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AA30F-29AB-99C7-E2BE-399AEECB5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A463D-23AF-2853-E6A0-C64FF1294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Fundamentals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comes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Predictive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III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Machine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IV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ethically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pipeline: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prepare data,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so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pace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We'd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rescue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final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B35D8-E4D1-11C6-08FD-9B4D28EB7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12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F62F-DE3E-FFF0-37FB-CA679E4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2048D-FE24-36C7-23A5-EBF9374B8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AEEE-A5EB-40CA-CA29-852D7C42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E85DB-002B-4751-0424-68A1AC3C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0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DB131-80DD-4B65-AB6A-E7BEF3465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1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56C58-2B93-42E6-9CDE-9F837FD25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5C6770-B59D-42DE-8D03-33D589292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4CA293-93F0-45BC-AEED-C2C5CACB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02EBB-1C18-4B40-9E89-BB182029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C7F92-FCE0-4C48-9DF2-E3D0BCA1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B2EE1-8DA7-40DB-BA2A-E8DDD795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32485-33A6-4477-BC7D-3A41A400A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453EC-9D11-420C-908E-46DF2A2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CCEBC-7624-4694-894A-3BCD6F2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6EE914-94B8-4E83-AA9E-2A9AC0EC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42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A9B43-2E43-4C05-9059-3E27F939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83005-9C20-4DB8-B2E5-A9486B39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309D7-9A89-444B-887C-88C7421E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E2309-E996-4689-B1F7-0824EC51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63F54C-4F3F-4474-AAE9-4B507FEE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2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B339-D80E-4259-8368-E6EFD0A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EC2EC6-7974-418B-8E94-2C518A4F0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7D232C-B60A-4B2F-8B56-6747734AB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E33A31-13D4-420A-B839-EFD089C9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1612D-A82E-47A2-8E5C-246A0EF6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A155A-9C12-4DB8-94A5-5C9661D5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9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A5D3-7BFE-4B37-BC15-D96C1E2B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778144-4E19-4BAB-8A10-ECBC1024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E319A-2E77-4649-88E0-0D58E193B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EE07E-3A95-402D-8661-16201E63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DF6699-B7FF-4D87-B714-C8250A62B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EE464B-0630-417F-9426-6F410558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7230FD-F75E-477F-B6BB-A67819A5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3E43BC-990E-47A6-BA74-74A25354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292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EE56-0FF1-4325-8F11-2786437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B73E8B-CF14-449E-A330-FD4D55A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6F627-86B9-4779-8970-A1A3CB46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97DC80-FC4F-4153-9057-8BA499A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731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B130DF-15A9-43A4-A61D-6C64CCDD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D7A77A-394A-45FF-B2EA-21D925C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CFBB0A-ED7E-4EAD-88E5-61C84ED0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525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349D5-CA78-4C19-9EB4-10733F9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21E93-3261-4190-BBB2-63CFFB8F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23267E-E1FD-429E-812B-262712FAA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7308A0-6CCE-4FB6-A66A-8DED7B0BA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B5B204-5199-4782-8ECF-05C4C88E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130D90-8BAD-466C-9302-791EC393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65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9DA58-8A5F-4D02-9DF3-940B8113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B48E5E-FD10-4615-BCE6-8B9918FFA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9B308F-814B-41E8-AC24-6DBC51133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1376FD-A848-4D0E-8F32-EBA08751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D63E9E-AEB2-4506-85D8-EC9CFB6A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0EB25-68F2-42CC-82D9-8282F1AB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027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4D939-6827-460F-9BA9-D9EB24C6E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BD03BF-8A22-4428-A138-4FA085383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C56E2E-05B1-4962-96F4-2CCBE5F2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B0A4B-301D-4744-860C-5B04C061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10D734-2B34-4F48-ADFF-28334883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95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0B3DBF-385A-45FB-BB2B-D0B84FCC1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28EC30-4B1B-415C-9768-986A57C7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CE1D7-8E47-4FD0-97C8-BFECC9B4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B684F-50C6-4F1D-AD98-71083DC9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C2AFA-2622-46D5-B58E-83EC2B68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358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8C10C-7047-4062-9ADD-90AB7D69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63B4F-A322-41B5-A16D-346326B6A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0213B-12DA-4E71-82AD-59E1E52FD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CACA-0C01-43AF-89B6-7E7D04E651FD}" type="datetimeFigureOut">
              <a:rPr lang="es-CL" smtClean="0"/>
              <a:t>03-04-2026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C55FC-5C84-4652-A1B2-C47F38EF5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626A3-7927-4E16-9E65-034576C9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9E6D1-984B-46DC-8B61-3FBD39AB2AC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3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6: Machine </a:t>
            </a:r>
            <a:r>
              <a:rPr lang="es-CL" sz="2800" b="1" dirty="0" err="1">
                <a:latin typeface="CMU Sans Serif" panose="02000603000000000000"/>
              </a:rPr>
              <a:t>Learning</a:t>
            </a:r>
            <a:r>
              <a:rPr lang="es-CL" sz="2800" b="1" dirty="0">
                <a:latin typeface="CMU Sans Serif" panose="02000603000000000000"/>
              </a:rPr>
              <a:t> – </a:t>
            </a:r>
            <a:r>
              <a:rPr lang="es-CL" sz="2800" b="1" dirty="0" err="1">
                <a:latin typeface="CMU Sans Serif" panose="02000603000000000000"/>
              </a:rPr>
              <a:t>Classification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models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419" sz="24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Data Preparation and Predictive Models</a:t>
            </a:r>
            <a:endParaRPr lang="es-CL" sz="24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Regression Vs Classification">
            <a:extLst>
              <a:ext uri="{FF2B5EF4-FFF2-40B4-BE49-F238E27FC236}">
                <a16:creationId xmlns:a16="http://schemas.microsoft.com/office/drawing/2014/main" id="{C3FCBF35-2013-40F3-BB04-6402F3D79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574" y="2107097"/>
            <a:ext cx="6217597" cy="346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ML Classification models</a:t>
            </a:r>
            <a:endParaRPr lang="en-US" sz="36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0CDC08-ED67-454A-B65C-69EB1EE0C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41" y="1593185"/>
            <a:ext cx="551873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State vs. Scale: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Engineering systems often operate in binary states (Failure/Normal, Fraud/Legit) rather than continuous ranges.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Finding the Boundary: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Our goal is to define the optimal function that separates these discrete classes in a multi-dimensional space.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Probability Mapping: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Every prediction is a calculated likelihood based on historical patterns, not a deterministic guess.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Generalization: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model must accurately categorize new, unseen data points, avoiding the trap of simply memorizing the past.</a:t>
            </a:r>
          </a:p>
        </p:txBody>
      </p:sp>
    </p:spTree>
    <p:extLst>
      <p:ext uri="{BB962C8B-B14F-4D97-AF65-F5344CB8AC3E}">
        <p14:creationId xmlns:p14="http://schemas.microsoft.com/office/powerpoint/2010/main" val="247291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ML </a:t>
            </a:r>
            <a:r>
              <a:rPr lang="en-US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Classification</a:t>
            </a:r>
            <a:r>
              <a:rPr lang="es-MX" sz="36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MX" sz="3600" b="1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models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29484AA-7EE2-404F-875A-C6CD5509F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16" y="1203145"/>
            <a:ext cx="7322655" cy="5240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709C9C5D-270E-4C52-BA2B-80B40AD290E3}"/>
              </a:ext>
            </a:extLst>
          </p:cNvPr>
          <p:cNvSpPr/>
          <p:nvPr/>
        </p:nvSpPr>
        <p:spPr>
          <a:xfrm rot="10800000">
            <a:off x="8945218" y="1746936"/>
            <a:ext cx="884582" cy="101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427F3-06A2-4157-A6CA-78237C3CECDD}"/>
              </a:ext>
            </a:extLst>
          </p:cNvPr>
          <p:cNvSpPr txBox="1"/>
          <p:nvPr/>
        </p:nvSpPr>
        <p:spPr>
          <a:xfrm>
            <a:off x="9829800" y="1602120"/>
            <a:ext cx="17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Here </a:t>
            </a:r>
            <a:r>
              <a:rPr lang="en-US" b="1" dirty="0"/>
              <a:t>we</a:t>
            </a:r>
            <a:r>
              <a:rPr lang="es-MX" b="1" dirty="0"/>
              <a:t> are!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259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The Multi-Factor Reality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2050" name="Picture 2" descr="Logistic Regression (for dummies) | Sachin Joglekar's blog">
            <a:extLst>
              <a:ext uri="{FF2B5EF4-FFF2-40B4-BE49-F238E27FC236}">
                <a16:creationId xmlns:a16="http://schemas.microsoft.com/office/drawing/2014/main" id="{414C7FC1-F49C-49AD-B1A5-4A11B0959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814" y="1395123"/>
            <a:ext cx="5034448" cy="480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CD54F256-3842-4404-A7FC-0A7076A26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12" y="1275135"/>
            <a:ext cx="622189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Complex Interactions: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Industrial outcomes are rarely driven by a single factor. It’s the interaction between temperature, pressure, and vibration that signals a failure.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Decision Boundary: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In a 2D or 3D space, the "line" that separates classes becomes a hyperplane, allowing for a much more precise separation.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Statistical Power: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Combining weak predictors can create a strong, robust model. One variable might be noisy, but ten variables together reveal a clear pattern.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Redundancy Management: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Moving to multiple variables allows us to see which factors truly add value and which ones are just repeating the same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93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Logistic Regression - Logistic Transformation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2DA24AA-40F8-4BC3-885A-DE16033D7D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67050" y="1166813"/>
            <a:ext cx="60579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F5AEC1-CEAF-459F-844A-1648AB9C1029}"/>
                  </a:ext>
                </a:extLst>
              </p:cNvPr>
              <p:cNvSpPr txBox="1"/>
              <p:nvPr/>
            </p:nvSpPr>
            <p:spPr>
              <a:xfrm>
                <a:off x="258418" y="1302535"/>
                <a:ext cx="10714382" cy="4749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b="1" dirty="0">
                    <a:latin typeface="CMU Sans Serif" panose="02000603000000000000"/>
                  </a:rPr>
                  <a:t> Linear predictor: </a:t>
                </a:r>
                <a:r>
                  <a:rPr lang="en-US" dirty="0">
                    <a:latin typeface="CMU Sans Serif" panose="02000603000000000000"/>
                  </a:rPr>
                  <a:t>We start with a weighted sum of inputs: (Continuous output)</a:t>
                </a:r>
              </a:p>
              <a:p>
                <a:endParaRPr lang="es-MX" b="0" i="1" dirty="0">
                  <a:latin typeface="CMU Sans Serif" panose="0200060300000000000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CMU Sans Serif" panose="02000603000000000000"/>
                </a:endParaRPr>
              </a:p>
              <a:p>
                <a:endParaRPr lang="en-US" b="1" dirty="0">
                  <a:latin typeface="CMU Sans Serif" panose="0200060300000000000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CMU Sans Serif" panose="02000603000000000000"/>
                  </a:rPr>
                  <a:t> The Logistic Function:</a:t>
                </a:r>
                <a:r>
                  <a:rPr lang="en-US" dirty="0">
                    <a:latin typeface="CMU Sans Serif" panose="02000603000000000000"/>
                  </a:rPr>
                  <a:t> To map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]"/>
                        <m:endChr m:val="["/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 +∞</m:t>
                        </m:r>
                      </m:e>
                    </m:d>
                  </m:oMath>
                </a14:m>
                <a:r>
                  <a:rPr lang="en-US" dirty="0">
                    <a:latin typeface="CMU Sans Serif" panose="02000603000000000000"/>
                  </a:rPr>
                  <a:t> into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dirty="0">
                    <a:latin typeface="CMU Sans Serif" panose="02000603000000000000"/>
                  </a:rPr>
                  <a:t>, we apply the transformation: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latin typeface="CMU Sans Serif" panose="0200060300000000000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latin typeface="CMU Sans Serif" panose="02000603000000000000"/>
                </a:endParaRPr>
              </a:p>
              <a:p>
                <a:endParaRPr lang="en-US" dirty="0">
                  <a:latin typeface="CMU Sans Serif" panose="0200060300000000000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MU Sans Serif" panose="02000603000000000000"/>
                  </a:rPr>
                  <a:t> </a:t>
                </a:r>
                <a:r>
                  <a:rPr lang="en-US" b="1" dirty="0">
                    <a:latin typeface="CMU Sans Serif" panose="02000603000000000000"/>
                  </a:rPr>
                  <a:t>The Logit Link:</a:t>
                </a:r>
                <a:r>
                  <a:rPr lang="en-US" dirty="0">
                    <a:latin typeface="CMU Sans Serif" panose="02000603000000000000"/>
                  </a:rPr>
                  <a:t> Mathematically, we are modeling the </a:t>
                </a:r>
                <a:r>
                  <a:rPr lang="en-US" b="1" dirty="0">
                    <a:latin typeface="CMU Sans Serif" panose="02000603000000000000"/>
                  </a:rPr>
                  <a:t>log-odds</a:t>
                </a:r>
                <a:r>
                  <a:rPr lang="en-US" dirty="0">
                    <a:latin typeface="CMU Sans Serif" panose="02000603000000000000"/>
                  </a:rPr>
                  <a:t> as a linear function: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CMU Sans Serif" panose="0200060300000000000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CMU Sans Serif" panose="02000603000000000000"/>
                </a:endParaRPr>
              </a:p>
              <a:p>
                <a:endParaRPr lang="en-US" dirty="0">
                  <a:latin typeface="CMU Sans Serif" panose="0200060300000000000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CMU Sans Serif" panose="02000603000000000000"/>
                  </a:rPr>
                  <a:t>Non-Linear Mapping:</a:t>
                </a:r>
                <a:r>
                  <a:rPr lang="en-US" dirty="0">
                    <a:latin typeface="CMU Sans Serif" panose="02000603000000000000"/>
                  </a:rPr>
                  <a:t> This ensures that as </a:t>
                </a:r>
                <a:r>
                  <a:rPr lang="en-US" dirty="0">
                    <a:effectLst/>
                    <a:latin typeface="CMU Sans Serif" panose="02000603000000000000"/>
                  </a:rPr>
                  <a:t>z</a:t>
                </a:r>
                <a:r>
                  <a:rPr lang="en-US" dirty="0">
                    <a:latin typeface="CMU Sans Serif" panose="02000603000000000000"/>
                  </a:rPr>
                  <a:t> increases, the probability approaches 1 asymptotically, never exceeding the logical bounds.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F5AEC1-CEAF-459F-844A-1648AB9C1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18" y="1302535"/>
                <a:ext cx="10714382" cy="4749377"/>
              </a:xfrm>
              <a:prstGeom prst="rect">
                <a:avLst/>
              </a:prstGeom>
              <a:blipFill>
                <a:blip r:embed="rId4"/>
                <a:stretch>
                  <a:fillRect l="-341" t="-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918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Logistic Transformation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97F0F7D-9F6C-4BF9-BC0B-CE5940BC8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69" y="1553124"/>
            <a:ext cx="9869557" cy="454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39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Interpreting the Logistic Model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AFCB0E62-20D6-41AF-BF85-4F50FBE5B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366" y="1640962"/>
                <a:ext cx="11472269" cy="41525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The Odds Ratio: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Instead of probability, we look at the ratio of success vs. failure: </a:t>
                </a:r>
                <a14:m>
                  <m:oMath xmlns:m="http://schemas.openxmlformats.org/officeDocument/2006/math">
                    <m:r>
                      <a:rPr kumimoji="0" lang="es-MX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𝑂𝑑𝑑𝑠</m:t>
                    </m:r>
                    <m:r>
                      <a:rPr kumimoji="0" lang="es-MX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​. If </a:t>
                </a:r>
                <a14:m>
                  <m:oMath xmlns:m="http://schemas.openxmlformats.org/officeDocument/2006/math">
                    <m:r>
                      <a:rPr kumimoji="0" lang="es-MX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0" lang="es-MX" alt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, the Odds are 4.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The Log-Odds (Logit):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By applying the natural log, we transform the S-curve into a linear equation: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Coefficient Interpretation: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 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multiplies the </a:t>
                </a: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Odds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of the event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s-MX" altLang="en-US" sz="20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kumimoji="0" lang="es-MX" altLang="en-US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s-MX" altLang="en-US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s-MX" altLang="en-US" sz="20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Linearity in Logit Space: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While the probability mapping is non-linear, the relationship between predictors and </a:t>
                </a: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log-odds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is a perfectly straight line.</a:t>
                </a: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AFCB0E62-20D6-41AF-BF85-4F50FBE5B6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366" y="1640962"/>
                <a:ext cx="11472269" cy="4152547"/>
              </a:xfrm>
              <a:prstGeom prst="rect">
                <a:avLst/>
              </a:prstGeom>
              <a:blipFill>
                <a:blip r:embed="rId4"/>
                <a:stretch>
                  <a:fillRect l="-584" r="-584" b="-22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246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/>
              </a:rPr>
              <a:t>Evaluating Predictive Outcomes – Confusion Matrix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3D0B7C3-4712-4D63-8FE6-2CE89D82A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68" y="1396101"/>
            <a:ext cx="654896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Decision Rule: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Converting the continuous probability (P) into a discrete class {0,1} using a threshold (typically τ=0.5).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Matrix 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 2×2 contingency table comparing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Predicted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vs.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Actual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values.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The Four Quadrants: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True Positives (TP):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Correctly predicted the event (e.g., "Failure detected").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True Negatives (TN):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Correctly predicted the absence (e.g., "Normal operation").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False Positives (FP):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Type I Error.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 false alarm; predicting an event that didn't happen.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False Negatives (FN):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Type II Error.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 missed event; predicting "Normal" when it actually failed.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Cost Asymmetry: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In industrial systems, the cost of an FN (a crash) is usually much higher than an FP (an unnecessary check).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DA965-1E85-4C19-BF92-53DBD9EE6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664" y="1532151"/>
            <a:ext cx="4959335" cy="402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48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Assessing Performance: </a:t>
            </a:r>
            <a:r>
              <a:rPr lang="en-US" sz="3600" dirty="0"/>
              <a:t>Key Performance Indicators (KPIs)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A0F23A2-0C41-427B-95AF-5079D2413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3657552"/>
                  </p:ext>
                </p:extLst>
              </p:nvPr>
            </p:nvGraphicFramePr>
            <p:xfrm>
              <a:off x="417442" y="1598140"/>
              <a:ext cx="11449879" cy="4623756"/>
            </p:xfrm>
            <a:graphic>
              <a:graphicData uri="http://schemas.openxmlformats.org/drawingml/2006/table">
                <a:tbl>
                  <a:tblPr/>
                  <a:tblGrid>
                    <a:gridCol w="1783053">
                      <a:extLst>
                        <a:ext uri="{9D8B030D-6E8A-4147-A177-3AD203B41FA5}">
                          <a16:colId xmlns:a16="http://schemas.microsoft.com/office/drawing/2014/main" val="689063958"/>
                        </a:ext>
                      </a:extLst>
                    </a:gridCol>
                    <a:gridCol w="4765790">
                      <a:extLst>
                        <a:ext uri="{9D8B030D-6E8A-4147-A177-3AD203B41FA5}">
                          <a16:colId xmlns:a16="http://schemas.microsoft.com/office/drawing/2014/main" val="410631562"/>
                        </a:ext>
                      </a:extLst>
                    </a:gridCol>
                    <a:gridCol w="4901036">
                      <a:extLst>
                        <a:ext uri="{9D8B030D-6E8A-4147-A177-3AD203B41FA5}">
                          <a16:colId xmlns:a16="http://schemas.microsoft.com/office/drawing/2014/main" val="88170569"/>
                        </a:ext>
                      </a:extLst>
                    </a:gridCol>
                  </a:tblGrid>
                  <a:tr h="564883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Indicator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Formula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Brief Description / Use Case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0285632"/>
                      </a:ext>
                    </a:extLst>
                  </a:tr>
                  <a:tr h="1129538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Accuracy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𝑇𝑁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effectLst/>
                            <a:latin typeface="CMU Sans Serif" panose="02000603000000000000"/>
                          </a:endParaRP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Global Reliability. Only useful if classes are balanced (e.g., 50/50).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615094"/>
                      </a:ext>
                    </a:extLst>
                  </a:tr>
                  <a:tr h="97644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Precision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effectLst/>
                            <a:latin typeface="CMU Sans Serif" panose="02000603000000000000"/>
                          </a:endParaRP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Quality. Reliability of alarms. Minimizes costs of unnecessary inspections.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4512693"/>
                      </a:ext>
                    </a:extLst>
                  </a:tr>
                  <a:tr h="97644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Recall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effectLst/>
                            <a:latin typeface="CMU Sans Serif" panose="02000603000000000000"/>
                          </a:endParaRP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Coverage. Ability to catch real failures. Minimizes catastrophic omissions.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8535145"/>
                      </a:ext>
                    </a:extLst>
                  </a:tr>
                  <a:tr h="97644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F1 Score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den>
                                </m:f>
                                <m:r>
                                  <a:rPr lang="es-MX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=2×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𝑃𝑟𝑒𝑐𝑖𝑠𝑖𝑜𝑛</m:t>
                                        </m:r>
                                        <m: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×</m:t>
                                        </m:r>
                                        <m: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𝑅𝑒𝑐𝑎𝑙𝑙</m:t>
                                        </m:r>
                                      </m:num>
                                      <m:den>
                                        <m: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𝑃𝑟𝑒𝑐𝑖𝑠𝑖𝑜𝑛</m:t>
                                        </m:r>
                                        <m: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s-MX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𝑅𝑒𝑐𝑎𝑙𝑙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effectLst/>
                            <a:latin typeface="CMU Sans Serif" panose="02000603000000000000"/>
                          </a:endParaRP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Balance. Harmonic mean. Penalizes models that are weak in either Precision or Recall.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8213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A0F23A2-0C41-427B-95AF-5079D2413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3657552"/>
                  </p:ext>
                </p:extLst>
              </p:nvPr>
            </p:nvGraphicFramePr>
            <p:xfrm>
              <a:off x="417442" y="1598140"/>
              <a:ext cx="11449879" cy="4623756"/>
            </p:xfrm>
            <a:graphic>
              <a:graphicData uri="http://schemas.openxmlformats.org/drawingml/2006/table">
                <a:tbl>
                  <a:tblPr/>
                  <a:tblGrid>
                    <a:gridCol w="1783053">
                      <a:extLst>
                        <a:ext uri="{9D8B030D-6E8A-4147-A177-3AD203B41FA5}">
                          <a16:colId xmlns:a16="http://schemas.microsoft.com/office/drawing/2014/main" val="689063958"/>
                        </a:ext>
                      </a:extLst>
                    </a:gridCol>
                    <a:gridCol w="4765790">
                      <a:extLst>
                        <a:ext uri="{9D8B030D-6E8A-4147-A177-3AD203B41FA5}">
                          <a16:colId xmlns:a16="http://schemas.microsoft.com/office/drawing/2014/main" val="410631562"/>
                        </a:ext>
                      </a:extLst>
                    </a:gridCol>
                    <a:gridCol w="4901036">
                      <a:extLst>
                        <a:ext uri="{9D8B030D-6E8A-4147-A177-3AD203B41FA5}">
                          <a16:colId xmlns:a16="http://schemas.microsoft.com/office/drawing/2014/main" val="88170569"/>
                        </a:ext>
                      </a:extLst>
                    </a:gridCol>
                  </a:tblGrid>
                  <a:tr h="564883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Indicator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Formula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Brief Description / Use Case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0285632"/>
                      </a:ext>
                    </a:extLst>
                  </a:tr>
                  <a:tr h="1129538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Accuracy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96" t="-50811" r="-103069" b="-2610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Global Reliability. Only useful if classes are balanced (e.g., 50/50).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7615094"/>
                      </a:ext>
                    </a:extLst>
                  </a:tr>
                  <a:tr h="97644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Precision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96" t="-174375" r="-103069" b="-20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Quality. Reliability of alarms. Minimizes costs of unnecessary inspections.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4512693"/>
                      </a:ext>
                    </a:extLst>
                  </a:tr>
                  <a:tr h="97644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Recall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96" t="-272671" r="-103069" b="-100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Coverage. Ability to catch real failures. Minimizes catastrophic omissions.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8535145"/>
                      </a:ext>
                    </a:extLst>
                  </a:tr>
                  <a:tr h="97644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b="1" dirty="0">
                              <a:effectLst/>
                              <a:latin typeface="CMU Sans Serif" panose="02000603000000000000"/>
                            </a:rPr>
                            <a:t>F1 Score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96" t="-375000" r="-103069" b="-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 fontAlgn="b"/>
                          <a:r>
                            <a:rPr lang="en-US" dirty="0">
                              <a:effectLst/>
                            </a:rPr>
                            <a:t>Balance. Harmonic mean. Penalizes models that are weak in either Precision or Recall.</a:t>
                          </a:r>
                        </a:p>
                      </a:txBody>
                      <a:tcPr marL="19050" marR="19050" marT="12700" marB="12700" anchor="ctr">
                        <a:lnL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8213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50D4791-CB01-4560-AF52-E66EBB50EA40}"/>
              </a:ext>
            </a:extLst>
          </p:cNvPr>
          <p:cNvSpPr txBox="1"/>
          <p:nvPr/>
        </p:nvSpPr>
        <p:spPr>
          <a:xfrm>
            <a:off x="9939130" y="31208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7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>
            <a:extLst>
              <a:ext uri="{FF2B5EF4-FFF2-40B4-BE49-F238E27FC236}">
                <a16:creationId xmlns:a16="http://schemas.microsoft.com/office/drawing/2014/main" id="{E226DF09-4097-4359-9851-C565C1B07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843" y="1302535"/>
            <a:ext cx="6298153" cy="499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Dynamic Model Performance: </a:t>
            </a:r>
            <a:r>
              <a:rPr lang="en-US" sz="3600" dirty="0"/>
              <a:t>The ROC Curve and AUC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254CFE11-66A7-4778-B870-DC2F72C8C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135" y="1047787"/>
                <a:ext cx="5719708" cy="53108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The ROC Acronym: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Receiver Operating Characteristic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. Originally developed for radar operators to distinguish between enemy aircraft and noise.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Sensitivity vs. Specificity: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Y-axis (True Positive Rate):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(Recall). How many actual events did we detect?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X-axis (False Positive Rate):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MX" b="0" i="1" smtClean="0">
                            <a:effectLst/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  <m:r>
                      <a:rPr lang="es-MX" b="0" i="1" smtClean="0"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How many false alarms did we trigger?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The Threshold (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Each point on the curve represents a different cutoff (e.g., </a:t>
                </a:r>
                <a14:m>
                  <m:oMath xmlns:m="http://schemas.openxmlformats.org/officeDocument/2006/math">
                    <m:r>
                      <a:rPr lang="en-US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=0.1,0.5,0.9).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MU Sans Serif" panose="0200060300000000000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AUC (Area Under the Curve):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 single metric from 0 to 1.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AUC=1.0: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Perfect classifier.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AUC=0.5: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MU Sans Serif" panose="02000603000000000000"/>
                  </a:rPr>
                  <a:t> No better than a coin flip (Random).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254CFE11-66A7-4778-B870-DC2F72C8C3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135" y="1047787"/>
                <a:ext cx="5719708" cy="5310813"/>
              </a:xfrm>
              <a:prstGeom prst="rect">
                <a:avLst/>
              </a:prstGeom>
              <a:blipFill>
                <a:blip r:embed="rId5"/>
                <a:stretch>
                  <a:fillRect l="-959" t="-115" r="-8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82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A/B Testing &amp; Hypothesis Testing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B35BC0-12AF-4133-BB78-F683A2BA3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37" y="1119104"/>
            <a:ext cx="613244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Compare two versions (A and B) to determine which one performs better based on a specific metric (e.g., Conversion Rate, Churn, total-average sales,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etc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). We seek to determine whether a certain claim about a population parameter can be rejected based on sample information.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Defining Hypotheses: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Null Hypothesis (H0​):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There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real difference between A and B. Any observed change is just "noise" or random chance.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Alternative Hypothesis (H1​):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 significant difference caused by the change.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The p-value: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The probability of observing our results if H0​ were actually true. If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p-value &lt; 0.05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(typical threshold), we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Reject H0​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and claim "Statistical Significance.“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MU Sans Serif" panose="0200060300000000000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Randomization: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MU Sans Serif" panose="02000603000000000000"/>
              </a:rPr>
              <a:t> Essential to ensure groups are identical except for the variable being tested.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4F5A0855-0823-42A5-A0D4-D6FEA77E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267" y="1033261"/>
            <a:ext cx="4272375" cy="526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23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42E4-FB51-393E-4F06-6460F1C9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A3EC42F-03F5-0678-C56C-01A70C6EB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E7C392-A3D7-2792-D70A-62ED886F6EF7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12">
            <a:extLst>
              <a:ext uri="{FF2B5EF4-FFF2-40B4-BE49-F238E27FC236}">
                <a16:creationId xmlns:a16="http://schemas.microsoft.com/office/drawing/2014/main" id="{DB013D7C-6910-324A-931E-2860916070EC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        </a:t>
            </a:r>
            <a:r>
              <a:rPr lang="en-US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 6: Machine Learning – Classification models 		Data Preparation and Predictive Models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1616B852-63A6-4684-9357-AC52515CBAE6}"/>
              </a:ext>
            </a:extLst>
          </p:cNvPr>
          <p:cNvSpPr txBox="1"/>
          <p:nvPr/>
        </p:nvSpPr>
        <p:spPr>
          <a:xfrm>
            <a:off x="174135" y="27840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Assessing Performance: </a:t>
            </a:r>
            <a:r>
              <a:rPr lang="en-US" sz="3600" dirty="0"/>
              <a:t>Key Performance Indicators (KPIs)</a:t>
            </a:r>
            <a:endParaRPr lang="en-US" sz="3600" b="1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705A99-26C4-407B-9519-85B1E7C5A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520390"/>
              </p:ext>
            </p:extLst>
          </p:nvPr>
        </p:nvGraphicFramePr>
        <p:xfrm>
          <a:off x="435661" y="1621092"/>
          <a:ext cx="11320670" cy="4351337"/>
        </p:xfrm>
        <a:graphic>
          <a:graphicData uri="http://schemas.openxmlformats.org/drawingml/2006/table">
            <a:tbl>
              <a:tblPr/>
              <a:tblGrid>
                <a:gridCol w="3822091">
                  <a:extLst>
                    <a:ext uri="{9D8B030D-6E8A-4147-A177-3AD203B41FA5}">
                      <a16:colId xmlns:a16="http://schemas.microsoft.com/office/drawing/2014/main" val="999281214"/>
                    </a:ext>
                  </a:extLst>
                </a:gridCol>
                <a:gridCol w="1783642">
                  <a:extLst>
                    <a:ext uri="{9D8B030D-6E8A-4147-A177-3AD203B41FA5}">
                      <a16:colId xmlns:a16="http://schemas.microsoft.com/office/drawing/2014/main" val="1009365857"/>
                    </a:ext>
                  </a:extLst>
                </a:gridCol>
                <a:gridCol w="1237630">
                  <a:extLst>
                    <a:ext uri="{9D8B030D-6E8A-4147-A177-3AD203B41FA5}">
                      <a16:colId xmlns:a16="http://schemas.microsoft.com/office/drawing/2014/main" val="3674248140"/>
                    </a:ext>
                  </a:extLst>
                </a:gridCol>
                <a:gridCol w="4477307">
                  <a:extLst>
                    <a:ext uri="{9D8B030D-6E8A-4147-A177-3AD203B41FA5}">
                      <a16:colId xmlns:a16="http://schemas.microsoft.com/office/drawing/2014/main" val="3919280987"/>
                    </a:ext>
                  </a:extLst>
                </a:gridCol>
              </a:tblGrid>
              <a:tr h="72886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CMU Sans Serif" panose="02000603000000000000"/>
                        </a:rPr>
                        <a:t>Use Case (Scenario)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CMU Sans Serif" panose="02000603000000000000"/>
                        </a:rPr>
                        <a:t>Variable Type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CMU Sans Serif" panose="02000603000000000000"/>
                        </a:rPr>
                        <a:t>Statistical Test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CMU Sans Serif" panose="02000603000000000000"/>
                        </a:rPr>
                        <a:t>What does the p-value measure?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312688"/>
                  </a:ext>
                </a:extLst>
              </a:tr>
              <a:tr h="964539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Comparing Means (e.g., Avg. spend in A vs. B)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Numerical (Continuous)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t-Test (Student)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Probability that the difference in means is due to chance.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042795"/>
                  </a:ext>
                </a:extLst>
              </a:tr>
              <a:tr h="964539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  <a:latin typeface="CMU Sans Serif" panose="02000603000000000000"/>
                        </a:rPr>
                        <a:t>Comparing Proportions (e.g., Churn Rate in A vs. B)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Categorical (Binary)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Z-Test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Probability that the difference in rates (%) is just noise.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27594"/>
                  </a:ext>
                </a:extLst>
              </a:tr>
              <a:tr h="964539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  <a:latin typeface="CMU Sans Serif" panose="02000603000000000000"/>
                        </a:rPr>
                        <a:t>Independence (e.g., Does region affect purchase?)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Categorical (Nominal)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Chi-Square (</a:t>
                      </a:r>
                      <a:r>
                        <a:rPr lang="el-GR" sz="1800" dirty="0">
                          <a:effectLst/>
                        </a:rPr>
                        <a:t>χ2)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Probability that the variables have no relationship at all.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27252"/>
                  </a:ext>
                </a:extLst>
              </a:tr>
              <a:tr h="728860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Comparing &gt;2 Groups (e.g., Test A vs. B vs. C)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Numerical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ANOVA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rtl="0" fontAlgn="b"/>
                      <a:r>
                        <a:rPr lang="en-US" sz="1800" dirty="0">
                          <a:effectLst/>
                          <a:latin typeface="CMU Sans Serif" panose="02000603000000000000"/>
                        </a:rPr>
                        <a:t>Probability that at least one group is different from the others.</a:t>
                      </a:r>
                    </a:p>
                  </a:txBody>
                  <a:tcPr marL="16367" marR="16367" marT="10911" marB="1091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4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334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2AAC-87BE-8953-1D3D-628E9208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11">
            <a:extLst>
              <a:ext uri="{FF2B5EF4-FFF2-40B4-BE49-F238E27FC236}">
                <a16:creationId xmlns:a16="http://schemas.microsoft.com/office/drawing/2014/main" id="{1662E756-C86F-CE66-21E3-1F6123EE3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587658"/>
            <a:ext cx="12191996" cy="2888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2674E1-590E-AEF8-CF47-A192CAE6AC52}"/>
              </a:ext>
            </a:extLst>
          </p:cNvPr>
          <p:cNvSpPr/>
          <p:nvPr/>
        </p:nvSpPr>
        <p:spPr>
          <a:xfrm>
            <a:off x="-4" y="0"/>
            <a:ext cx="12192000" cy="10241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4BE6E-4083-5F8B-4372-F75DF0C3ED7A}"/>
              </a:ext>
            </a:extLst>
          </p:cNvPr>
          <p:cNvSpPr txBox="1"/>
          <p:nvPr/>
        </p:nvSpPr>
        <p:spPr>
          <a:xfrm>
            <a:off x="174135" y="377797"/>
            <a:ext cx="1192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Practical Section</a:t>
            </a:r>
          </a:p>
        </p:txBody>
      </p:sp>
      <p:pic>
        <p:nvPicPr>
          <p:cNvPr id="6146" name="Picture 2" descr="Python logo, icon. Programming language 44600750 Vector Art at Vecteezy">
            <a:extLst>
              <a:ext uri="{FF2B5EF4-FFF2-40B4-BE49-F238E27FC236}">
                <a16:creationId xmlns:a16="http://schemas.microsoft.com/office/drawing/2014/main" id="{997D3BEC-92EB-81C8-CD18-6ACD9F9CB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1736750"/>
            <a:ext cx="4753238" cy="140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652A2A-F914-890D-329C-11AC45BFA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743345"/>
              </p:ext>
            </p:extLst>
          </p:nvPr>
        </p:nvGraphicFramePr>
        <p:xfrm>
          <a:off x="2209800" y="3712609"/>
          <a:ext cx="8509000" cy="1619250"/>
        </p:xfrm>
        <a:graphic>
          <a:graphicData uri="http://schemas.openxmlformats.org/drawingml/2006/table">
            <a:tbl>
              <a:tblPr/>
              <a:tblGrid>
                <a:gridCol w="8509000">
                  <a:extLst>
                    <a:ext uri="{9D8B030D-6E8A-4147-A177-3AD203B41FA5}">
                      <a16:colId xmlns:a16="http://schemas.microsoft.com/office/drawing/2014/main" val="2981097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Google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Colab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— ML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Classification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Problem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44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Logistic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Regression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95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Threshold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880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Performance </a:t>
                      </a: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metrics</a:t>
                      </a:r>
                      <a:endParaRPr lang="es-CL" sz="200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000" dirty="0" err="1">
                          <a:effectLst/>
                          <a:latin typeface="Helvetica" pitchFamily="2" charset="0"/>
                        </a:rPr>
                        <a:t>Forecast</a:t>
                      </a:r>
                      <a:r>
                        <a:rPr lang="es-CL" sz="2000" dirty="0">
                          <a:effectLst/>
                          <a:latin typeface="Helvetica" pitchFamily="2" charset="0"/>
                        </a:rPr>
                        <a:t> 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350724"/>
                  </a:ext>
                </a:extLst>
              </a:tr>
            </a:tbl>
          </a:graphicData>
        </a:graphic>
      </p:graphicFrame>
      <p:sp>
        <p:nvSpPr>
          <p:cNvPr id="5" name="CuadroTexto 12">
            <a:extLst>
              <a:ext uri="{FF2B5EF4-FFF2-40B4-BE49-F238E27FC236}">
                <a16:creationId xmlns:a16="http://schemas.microsoft.com/office/drawing/2014/main" id="{BDBB5863-274C-24CA-8D66-BA51A8842EBF}"/>
              </a:ext>
            </a:extLst>
          </p:cNvPr>
          <p:cNvSpPr txBox="1"/>
          <p:nvPr/>
        </p:nvSpPr>
        <p:spPr>
          <a:xfrm>
            <a:off x="77001" y="6578525"/>
            <a:ext cx="13383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</a:t>
            </a:r>
            <a:r>
              <a:rPr lang="es-CL" sz="12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Muñoz-Herrera and  Hormazábal	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Class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to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                              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1: Fundamentals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of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Business </a:t>
            </a:r>
            <a:r>
              <a:rPr lang="es-CL" sz="1200" b="1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</a:t>
            </a:r>
            <a:r>
              <a:rPr lang="es-CL" sz="12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   	   </a:t>
            </a:r>
            <a:endParaRPr lang="es-CL" sz="14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3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6F9E438-2579-48BA-85C0-3831D3D0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128" y="2417899"/>
            <a:ext cx="9980002" cy="21382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94F2F35-203D-41CB-8506-3752C0BD239E}"/>
              </a:ext>
            </a:extLst>
          </p:cNvPr>
          <p:cNvSpPr txBox="1"/>
          <p:nvPr/>
        </p:nvSpPr>
        <p:spPr>
          <a:xfrm>
            <a:off x="805870" y="3245747"/>
            <a:ext cx="1067405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b="1" dirty="0" err="1">
                <a:latin typeface="CMU Sans Serif" panose="02000603000000000000"/>
              </a:rPr>
              <a:t>Class</a:t>
            </a:r>
            <a:r>
              <a:rPr lang="es-CL" sz="2800" b="1" dirty="0">
                <a:latin typeface="CMU Sans Serif" panose="02000603000000000000"/>
              </a:rPr>
              <a:t> 6: Machine </a:t>
            </a:r>
            <a:r>
              <a:rPr lang="es-CL" sz="2800" b="1" dirty="0" err="1">
                <a:latin typeface="CMU Sans Serif" panose="02000603000000000000"/>
              </a:rPr>
              <a:t>Learning</a:t>
            </a:r>
            <a:r>
              <a:rPr lang="es-CL" sz="2800" b="1" dirty="0">
                <a:latin typeface="CMU Sans Serif" panose="02000603000000000000"/>
              </a:rPr>
              <a:t> – </a:t>
            </a:r>
            <a:r>
              <a:rPr lang="es-CL" sz="2800" b="1" dirty="0" err="1">
                <a:latin typeface="CMU Sans Serif" panose="02000603000000000000"/>
              </a:rPr>
              <a:t>Classification</a:t>
            </a:r>
            <a:r>
              <a:rPr lang="es-CL" sz="2800" b="1" dirty="0">
                <a:latin typeface="CMU Sans Serif" panose="02000603000000000000"/>
              </a:rPr>
              <a:t> </a:t>
            </a:r>
            <a:r>
              <a:rPr lang="es-CL" sz="2800" b="1" dirty="0" err="1">
                <a:latin typeface="CMU Sans Serif" panose="02000603000000000000"/>
              </a:rPr>
              <a:t>models</a:t>
            </a:r>
            <a:endParaRPr lang="es-CL" sz="2800" b="1" dirty="0">
              <a:latin typeface="CMU Sans Serif" panose="02000603000000000000"/>
            </a:endParaRPr>
          </a:p>
          <a:p>
            <a:pPr algn="ctr"/>
            <a:r>
              <a:rPr lang="es-CL" sz="2400" dirty="0" err="1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Unit</a:t>
            </a:r>
            <a:r>
              <a:rPr lang="es-CL" sz="2400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 II: </a:t>
            </a:r>
            <a:r>
              <a:rPr lang="es-419" sz="2400" b="1" dirty="0">
                <a:latin typeface="CMU Sans Serif" panose="02000603000000000000"/>
                <a:ea typeface="CMU Sans Serif" panose="02000603000000000000" pitchFamily="2" charset="0"/>
                <a:cs typeface="CMU Sans Serif" panose="02000603000000000000" pitchFamily="2" charset="0"/>
              </a:rPr>
              <a:t>Data Preparation and Predictive Models</a:t>
            </a:r>
            <a:endParaRPr lang="es-CL" sz="2400" dirty="0">
              <a:latin typeface="CMU Sans Serif" panose="0200060300000000000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B4FB7F-A091-4C02-86D9-92C1AE799E7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-4" y="3578"/>
            <a:ext cx="12192000" cy="3990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372040-6CA4-4A06-9D54-3777D0D8BB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4" y="6578525"/>
            <a:ext cx="12192000" cy="288870"/>
          </a:xfrm>
          <a:prstGeom prst="rect">
            <a:avLst/>
          </a:prstGeom>
        </p:spPr>
      </p:pic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76CCFA2-EB6F-8536-54BC-13384D9CF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84" y="1324170"/>
            <a:ext cx="4100830" cy="14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6">
            <a:extLst>
              <a:ext uri="{FF2B5EF4-FFF2-40B4-BE49-F238E27FC236}">
                <a16:creationId xmlns:a16="http://schemas.microsoft.com/office/drawing/2014/main" id="{832B43B6-E8D7-9865-7E68-C174319807ED}"/>
              </a:ext>
            </a:extLst>
          </p:cNvPr>
          <p:cNvSpPr txBox="1"/>
          <p:nvPr/>
        </p:nvSpPr>
        <p:spPr>
          <a:xfrm>
            <a:off x="3945218" y="5585882"/>
            <a:ext cx="4378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Sebastián Muñoz-Herrera, PhD.</a:t>
            </a:r>
          </a:p>
          <a:p>
            <a:pPr algn="ctr"/>
            <a:r>
              <a:rPr lang="es-CL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Héctor Hormazábal </a:t>
            </a:r>
          </a:p>
          <a:p>
            <a:pPr algn="ctr"/>
            <a:endParaRPr lang="es-CL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6" name="Picture 2" descr="Facultad de Ingeniería UDD - YouTube">
            <a:extLst>
              <a:ext uri="{FF2B5EF4-FFF2-40B4-BE49-F238E27FC236}">
                <a16:creationId xmlns:a16="http://schemas.microsoft.com/office/drawing/2014/main" id="{0C274A01-ACE3-103C-AFB1-CF811B1EA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0333" y="4778138"/>
            <a:ext cx="1796867" cy="179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4288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53437</TotalTime>
  <Words>3391</Words>
  <Application>Microsoft Office PowerPoint</Application>
  <PresentationFormat>Widescreen</PresentationFormat>
  <Paragraphs>290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CMU Sans Serif</vt:lpstr>
      <vt:lpstr>Helvetica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Alfredo Munoz Herrera</dc:creator>
  <cp:lastModifiedBy>Héctor Alonso Hormazábal Vildósola</cp:lastModifiedBy>
  <cp:revision>288</cp:revision>
  <cp:lastPrinted>2025-06-20T00:00:54Z</cp:lastPrinted>
  <dcterms:created xsi:type="dcterms:W3CDTF">2020-06-17T02:23:22Z</dcterms:created>
  <dcterms:modified xsi:type="dcterms:W3CDTF">2026-04-04T06:43:28Z</dcterms:modified>
</cp:coreProperties>
</file>
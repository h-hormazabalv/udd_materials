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47" r:id="rId2"/>
    <p:sldId id="415" r:id="rId3"/>
    <p:sldId id="413" r:id="rId4"/>
    <p:sldId id="416" r:id="rId5"/>
    <p:sldId id="399" r:id="rId6"/>
    <p:sldId id="400" r:id="rId7"/>
    <p:sldId id="401" r:id="rId8"/>
    <p:sldId id="402" r:id="rId9"/>
    <p:sldId id="404" r:id="rId10"/>
    <p:sldId id="405" r:id="rId11"/>
    <p:sldId id="407" r:id="rId12"/>
    <p:sldId id="408" r:id="rId13"/>
    <p:sldId id="409" r:id="rId14"/>
    <p:sldId id="398" r:id="rId15"/>
    <p:sldId id="417" r:id="rId16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391" autoAdjust="0"/>
    <p:restoredTop sz="93792" autoAdjust="0"/>
  </p:normalViewPr>
  <p:slideViewPr>
    <p:cSldViewPr snapToGrid="0">
      <p:cViewPr varScale="1">
        <p:scale>
          <a:sx n="64" d="100"/>
          <a:sy n="64" d="100"/>
        </p:scale>
        <p:origin x="36" y="4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Alonso Hormazábal Vildósola" userId="b9d27978aac6e731" providerId="LiveId" clId="{1465BDEC-8613-4BC3-BE76-F0EDF91BF149}"/>
    <pc:docChg chg="undo custSel addSld delSld modSld sldOrd">
      <pc:chgData name="Héctor Alonso Hormazábal Vildósola" userId="b9d27978aac6e731" providerId="LiveId" clId="{1465BDEC-8613-4BC3-BE76-F0EDF91BF149}" dt="2026-03-20T20:37:55.570" v="1934" actId="47"/>
      <pc:docMkLst>
        <pc:docMk/>
      </pc:docMkLst>
      <pc:sldChg chg="modSp mod">
        <pc:chgData name="Héctor Alonso Hormazábal Vildósola" userId="b9d27978aac6e731" providerId="LiveId" clId="{1465BDEC-8613-4BC3-BE76-F0EDF91BF149}" dt="2026-03-20T17:59:42.855" v="31" actId="404"/>
        <pc:sldMkLst>
          <pc:docMk/>
          <pc:sldMk cId="3612186208" sldId="347"/>
        </pc:sldMkLst>
        <pc:spChg chg="mod">
          <ac:chgData name="Héctor Alonso Hormazábal Vildósola" userId="b9d27978aac6e731" providerId="LiveId" clId="{1465BDEC-8613-4BC3-BE76-F0EDF91BF149}" dt="2026-03-20T17:59:42.855" v="31" actId="404"/>
          <ac:spMkLst>
            <pc:docMk/>
            <pc:sldMk cId="3612186208" sldId="347"/>
            <ac:spMk id="7" creationId="{794F2F35-203D-41CB-8506-3752C0BD239E}"/>
          </ac:spMkLst>
        </pc:spChg>
      </pc:sldChg>
      <pc:sldChg chg="delSp modSp add del mod">
        <pc:chgData name="Héctor Alonso Hormazábal Vildósola" userId="b9d27978aac6e731" providerId="LiveId" clId="{1465BDEC-8613-4BC3-BE76-F0EDF91BF149}" dt="2026-03-20T18:05:34.108" v="252" actId="47"/>
        <pc:sldMkLst>
          <pc:docMk/>
          <pc:sldMk cId="2205300560" sldId="386"/>
        </pc:sldMkLst>
        <pc:spChg chg="mod">
          <ac:chgData name="Héctor Alonso Hormazábal Vildósola" userId="b9d27978aac6e731" providerId="LiveId" clId="{1465BDEC-8613-4BC3-BE76-F0EDF91BF149}" dt="2026-03-20T18:03:02.533" v="223" actId="20577"/>
          <ac:spMkLst>
            <pc:docMk/>
            <pc:sldMk cId="2205300560" sldId="386"/>
            <ac:spMk id="6" creationId="{DB013D7C-6910-324A-931E-2860916070EC}"/>
          </ac:spMkLst>
        </pc:spChg>
        <pc:spChg chg="del mod">
          <ac:chgData name="Héctor Alonso Hormazábal Vildósola" userId="b9d27978aac6e731" providerId="LiveId" clId="{1465BDEC-8613-4BC3-BE76-F0EDF91BF149}" dt="2026-03-20T18:05:18.993" v="246"/>
          <ac:spMkLst>
            <pc:docMk/>
            <pc:sldMk cId="2205300560" sldId="386"/>
            <ac:spMk id="7" creationId="{1616B852-63A6-4684-9357-AC52515CBAE6}"/>
          </ac:spMkLst>
        </pc:spChg>
        <pc:spChg chg="del mod">
          <ac:chgData name="Héctor Alonso Hormazábal Vildósola" userId="b9d27978aac6e731" providerId="LiveId" clId="{1465BDEC-8613-4BC3-BE76-F0EDF91BF149}" dt="2026-03-20T18:03:10.893" v="227"/>
          <ac:spMkLst>
            <pc:docMk/>
            <pc:sldMk cId="2205300560" sldId="386"/>
            <ac:spMk id="13" creationId="{6EC2C085-7FB0-49DB-B108-1EBA7EB39BAE}"/>
          </ac:spMkLst>
        </pc:spChg>
        <pc:picChg chg="del">
          <ac:chgData name="Héctor Alonso Hormazábal Vildósola" userId="b9d27978aac6e731" providerId="LiveId" clId="{1465BDEC-8613-4BC3-BE76-F0EDF91BF149}" dt="2026-03-20T18:03:10.890" v="225" actId="478"/>
          <ac:picMkLst>
            <pc:docMk/>
            <pc:sldMk cId="2205300560" sldId="386"/>
            <ac:picMk id="1031" creationId="{5B0A0E5C-C30C-4AB5-87F0-5DBAD49AED55}"/>
          </ac:picMkLst>
        </pc:picChg>
      </pc:sldChg>
      <pc:sldChg chg="del">
        <pc:chgData name="Héctor Alonso Hormazábal Vildósola" userId="b9d27978aac6e731" providerId="LiveId" clId="{1465BDEC-8613-4BC3-BE76-F0EDF91BF149}" dt="2026-03-20T18:00:11.715" v="35" actId="47"/>
        <pc:sldMkLst>
          <pc:docMk/>
          <pc:sldMk cId="3854497005" sldId="387"/>
        </pc:sldMkLst>
      </pc:sldChg>
      <pc:sldChg chg="del">
        <pc:chgData name="Héctor Alonso Hormazábal Vildósola" userId="b9d27978aac6e731" providerId="LiveId" clId="{1465BDEC-8613-4BC3-BE76-F0EDF91BF149}" dt="2026-03-20T18:00:11.145" v="33" actId="47"/>
        <pc:sldMkLst>
          <pc:docMk/>
          <pc:sldMk cId="1058306407" sldId="388"/>
        </pc:sldMkLst>
      </pc:sldChg>
      <pc:sldChg chg="del">
        <pc:chgData name="Héctor Alonso Hormazábal Vildósola" userId="b9d27978aac6e731" providerId="LiveId" clId="{1465BDEC-8613-4BC3-BE76-F0EDF91BF149}" dt="2026-03-20T18:00:12.033" v="36" actId="47"/>
        <pc:sldMkLst>
          <pc:docMk/>
          <pc:sldMk cId="195124268" sldId="389"/>
        </pc:sldMkLst>
      </pc:sldChg>
      <pc:sldChg chg="del">
        <pc:chgData name="Héctor Alonso Hormazábal Vildósola" userId="b9d27978aac6e731" providerId="LiveId" clId="{1465BDEC-8613-4BC3-BE76-F0EDF91BF149}" dt="2026-03-20T18:00:12.611" v="38" actId="47"/>
        <pc:sldMkLst>
          <pc:docMk/>
          <pc:sldMk cId="409288186" sldId="390"/>
        </pc:sldMkLst>
      </pc:sldChg>
      <pc:sldChg chg="del">
        <pc:chgData name="Héctor Alonso Hormazábal Vildósola" userId="b9d27978aac6e731" providerId="LiveId" clId="{1465BDEC-8613-4BC3-BE76-F0EDF91BF149}" dt="2026-03-20T18:00:12.314" v="37" actId="47"/>
        <pc:sldMkLst>
          <pc:docMk/>
          <pc:sldMk cId="1217756449" sldId="391"/>
        </pc:sldMkLst>
      </pc:sldChg>
      <pc:sldChg chg="del">
        <pc:chgData name="Héctor Alonso Hormazábal Vildósola" userId="b9d27978aac6e731" providerId="LiveId" clId="{1465BDEC-8613-4BC3-BE76-F0EDF91BF149}" dt="2026-03-20T18:00:12.840" v="39" actId="47"/>
        <pc:sldMkLst>
          <pc:docMk/>
          <pc:sldMk cId="1596007528" sldId="392"/>
        </pc:sldMkLst>
      </pc:sldChg>
      <pc:sldChg chg="del">
        <pc:chgData name="Héctor Alonso Hormazábal Vildósola" userId="b9d27978aac6e731" providerId="LiveId" clId="{1465BDEC-8613-4BC3-BE76-F0EDF91BF149}" dt="2026-03-20T18:00:13.139" v="40" actId="47"/>
        <pc:sldMkLst>
          <pc:docMk/>
          <pc:sldMk cId="1098822951" sldId="393"/>
        </pc:sldMkLst>
      </pc:sldChg>
      <pc:sldChg chg="del">
        <pc:chgData name="Héctor Alonso Hormazábal Vildósola" userId="b9d27978aac6e731" providerId="LiveId" clId="{1465BDEC-8613-4BC3-BE76-F0EDF91BF149}" dt="2026-03-20T18:00:11.439" v="34" actId="47"/>
        <pc:sldMkLst>
          <pc:docMk/>
          <pc:sldMk cId="1562399858" sldId="394"/>
        </pc:sldMkLst>
      </pc:sldChg>
      <pc:sldChg chg="del">
        <pc:chgData name="Héctor Alonso Hormazábal Vildósola" userId="b9d27978aac6e731" providerId="LiveId" clId="{1465BDEC-8613-4BC3-BE76-F0EDF91BF149}" dt="2026-03-20T18:00:13.390" v="41" actId="47"/>
        <pc:sldMkLst>
          <pc:docMk/>
          <pc:sldMk cId="2409634127" sldId="395"/>
        </pc:sldMkLst>
      </pc:sldChg>
      <pc:sldChg chg="del">
        <pc:chgData name="Héctor Alonso Hormazábal Vildósola" userId="b9d27978aac6e731" providerId="LiveId" clId="{1465BDEC-8613-4BC3-BE76-F0EDF91BF149}" dt="2026-03-20T18:00:13.709" v="42" actId="47"/>
        <pc:sldMkLst>
          <pc:docMk/>
          <pc:sldMk cId="3366697701" sldId="396"/>
        </pc:sldMkLst>
      </pc:sldChg>
      <pc:sldChg chg="del">
        <pc:chgData name="Héctor Alonso Hormazábal Vildósola" userId="b9d27978aac6e731" providerId="LiveId" clId="{1465BDEC-8613-4BC3-BE76-F0EDF91BF149}" dt="2026-03-20T20:16:54.611" v="1563" actId="47"/>
        <pc:sldMkLst>
          <pc:docMk/>
          <pc:sldMk cId="4108972246" sldId="397"/>
        </pc:sldMkLst>
      </pc:sldChg>
      <pc:sldChg chg="modSp mod">
        <pc:chgData name="Héctor Alonso Hormazábal Vildósola" userId="b9d27978aac6e731" providerId="LiveId" clId="{1465BDEC-8613-4BC3-BE76-F0EDF91BF149}" dt="2026-03-20T20:33:51.094" v="1917" actId="20577"/>
        <pc:sldMkLst>
          <pc:docMk/>
          <pc:sldMk cId="1995537604" sldId="398"/>
        </pc:sldMkLst>
        <pc:graphicFrameChg chg="modGraphic">
          <ac:chgData name="Héctor Alonso Hormazábal Vildósola" userId="b9d27978aac6e731" providerId="LiveId" clId="{1465BDEC-8613-4BC3-BE76-F0EDF91BF149}" dt="2026-03-20T20:33:51.094" v="1917" actId="20577"/>
          <ac:graphicFrameMkLst>
            <pc:docMk/>
            <pc:sldMk cId="1995537604" sldId="398"/>
            <ac:graphicFrameMk id="3" creationId="{64652A2A-F914-890D-329C-11AC45BFAF16}"/>
          </ac:graphicFrameMkLst>
        </pc:graphicFrameChg>
      </pc:sldChg>
      <pc:sldChg chg="addSp delSp modSp add mod">
        <pc:chgData name="Héctor Alonso Hormazábal Vildósola" userId="b9d27978aac6e731" providerId="LiveId" clId="{1465BDEC-8613-4BC3-BE76-F0EDF91BF149}" dt="2026-03-20T18:58:49.008" v="546" actId="1076"/>
        <pc:sldMkLst>
          <pc:docMk/>
          <pc:sldMk cId="1856537490" sldId="399"/>
        </pc:sldMkLst>
        <pc:spChg chg="add mod">
          <ac:chgData name="Héctor Alonso Hormazábal Vildósola" userId="b9d27978aac6e731" providerId="LiveId" clId="{1465BDEC-8613-4BC3-BE76-F0EDF91BF149}" dt="2026-03-20T18:58:45.409" v="545" actId="1076"/>
          <ac:spMkLst>
            <pc:docMk/>
            <pc:sldMk cId="1856537490" sldId="399"/>
            <ac:spMk id="3" creationId="{EE28F5E8-4731-4E21-8252-AE6AB18F3C89}"/>
          </ac:spMkLst>
        </pc:spChg>
        <pc:spChg chg="mod">
          <ac:chgData name="Héctor Alonso Hormazábal Vildósola" userId="b9d27978aac6e731" providerId="LiveId" clId="{1465BDEC-8613-4BC3-BE76-F0EDF91BF149}" dt="2026-03-20T18:51:41.895" v="504" actId="1035"/>
          <ac:spMkLst>
            <pc:docMk/>
            <pc:sldMk cId="1856537490" sldId="399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8:51:35.483" v="494" actId="113"/>
          <ac:spMkLst>
            <pc:docMk/>
            <pc:sldMk cId="1856537490" sldId="399"/>
            <ac:spMk id="8" creationId="{6BC40CFE-81DD-4966-8605-2CE3C9F35824}"/>
          </ac:spMkLst>
        </pc:spChg>
        <pc:picChg chg="add del mod">
          <ac:chgData name="Héctor Alonso Hormazábal Vildósola" userId="b9d27978aac6e731" providerId="LiveId" clId="{1465BDEC-8613-4BC3-BE76-F0EDF91BF149}" dt="2026-03-20T18:55:00.101" v="519" actId="478"/>
          <ac:picMkLst>
            <pc:docMk/>
            <pc:sldMk cId="1856537490" sldId="399"/>
            <ac:picMk id="4098" creationId="{CAD5C793-AECE-4042-8812-0D91597F1BD1}"/>
          </ac:picMkLst>
        </pc:picChg>
        <pc:picChg chg="add mod">
          <ac:chgData name="Héctor Alonso Hormazábal Vildósola" userId="b9d27978aac6e731" providerId="LiveId" clId="{1465BDEC-8613-4BC3-BE76-F0EDF91BF149}" dt="2026-03-20T18:58:49.008" v="546" actId="1076"/>
          <ac:picMkLst>
            <pc:docMk/>
            <pc:sldMk cId="1856537490" sldId="399"/>
            <ac:picMk id="4101" creationId="{3333AC9D-ECAC-4016-80EA-2302BCD5C9F1}"/>
          </ac:picMkLst>
        </pc:picChg>
      </pc:sldChg>
      <pc:sldChg chg="addSp modSp add mod">
        <pc:chgData name="Héctor Alonso Hormazábal Vildósola" userId="b9d27978aac6e731" providerId="LiveId" clId="{1465BDEC-8613-4BC3-BE76-F0EDF91BF149}" dt="2026-03-20T18:59:16.267" v="558" actId="1035"/>
        <pc:sldMkLst>
          <pc:docMk/>
          <pc:sldMk cId="2119357227" sldId="400"/>
        </pc:sldMkLst>
        <pc:spChg chg="mod">
          <ac:chgData name="Héctor Alonso Hormazábal Vildósola" userId="b9d27978aac6e731" providerId="LiveId" clId="{1465BDEC-8613-4BC3-BE76-F0EDF91BF149}" dt="2026-03-20T18:59:16.267" v="558" actId="1035"/>
          <ac:spMkLst>
            <pc:docMk/>
            <pc:sldMk cId="2119357227" sldId="400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8:59:11.378" v="548"/>
          <ac:spMkLst>
            <pc:docMk/>
            <pc:sldMk cId="2119357227" sldId="400"/>
            <ac:spMk id="8" creationId="{6BC40CFE-81DD-4966-8605-2CE3C9F35824}"/>
          </ac:spMkLst>
        </pc:spChg>
        <pc:picChg chg="add mod">
          <ac:chgData name="Héctor Alonso Hormazábal Vildósola" userId="b9d27978aac6e731" providerId="LiveId" clId="{1465BDEC-8613-4BC3-BE76-F0EDF91BF149}" dt="2026-03-20T18:55:12.971" v="522" actId="1076"/>
          <ac:picMkLst>
            <pc:docMk/>
            <pc:sldMk cId="2119357227" sldId="400"/>
            <ac:picMk id="9" creationId="{94EC2E61-A820-4065-8FFE-3D85646CA6A1}"/>
          </ac:picMkLst>
        </pc:picChg>
      </pc:sldChg>
      <pc:sldChg chg="addSp modSp add mod">
        <pc:chgData name="Héctor Alonso Hormazábal Vildósola" userId="b9d27978aac6e731" providerId="LiveId" clId="{1465BDEC-8613-4BC3-BE76-F0EDF91BF149}" dt="2026-03-20T19:39:14.287" v="876" actId="123"/>
        <pc:sldMkLst>
          <pc:docMk/>
          <pc:sldMk cId="3336477715" sldId="401"/>
        </pc:sldMkLst>
        <pc:spChg chg="add mod">
          <ac:chgData name="Héctor Alonso Hormazábal Vildósola" userId="b9d27978aac6e731" providerId="LiveId" clId="{1465BDEC-8613-4BC3-BE76-F0EDF91BF149}" dt="2026-03-20T19:39:14.287" v="876" actId="123"/>
          <ac:spMkLst>
            <pc:docMk/>
            <pc:sldMk cId="3336477715" sldId="401"/>
            <ac:spMk id="3" creationId="{B07C176F-C962-46B4-845B-9BC02E14A3B8}"/>
          </ac:spMkLst>
        </pc:spChg>
        <pc:spChg chg="mod">
          <ac:chgData name="Héctor Alonso Hormazábal Vildósola" userId="b9d27978aac6e731" providerId="LiveId" clId="{1465BDEC-8613-4BC3-BE76-F0EDF91BF149}" dt="2026-03-20T19:09:00.948" v="576" actId="1035"/>
          <ac:spMkLst>
            <pc:docMk/>
            <pc:sldMk cId="3336477715" sldId="401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9:17:34.620" v="717" actId="1076"/>
          <ac:spMkLst>
            <pc:docMk/>
            <pc:sldMk cId="3336477715" sldId="401"/>
            <ac:spMk id="8" creationId="{6BC40CFE-81DD-4966-8605-2CE3C9F35824}"/>
          </ac:spMkLst>
        </pc:spChg>
      </pc:sldChg>
      <pc:sldChg chg="addSp delSp modSp add mod">
        <pc:chgData name="Héctor Alonso Hormazábal Vildósola" userId="b9d27978aac6e731" providerId="LiveId" clId="{1465BDEC-8613-4BC3-BE76-F0EDF91BF149}" dt="2026-03-20T19:31:06.821" v="846" actId="1076"/>
        <pc:sldMkLst>
          <pc:docMk/>
          <pc:sldMk cId="2434061333" sldId="402"/>
        </pc:sldMkLst>
        <pc:spChg chg="add del">
          <ac:chgData name="Héctor Alonso Hormazábal Vildósola" userId="b9d27978aac6e731" providerId="LiveId" clId="{1465BDEC-8613-4BC3-BE76-F0EDF91BF149}" dt="2026-03-20T19:23:05.462" v="821" actId="478"/>
          <ac:spMkLst>
            <pc:docMk/>
            <pc:sldMk cId="2434061333" sldId="402"/>
            <ac:spMk id="2" creationId="{87E7C392-A3D7-2792-D70A-62ED886F6EF7}"/>
          </ac:spMkLst>
        </pc:spChg>
        <pc:spChg chg="del">
          <ac:chgData name="Héctor Alonso Hormazábal Vildósola" userId="b9d27978aac6e731" providerId="LiveId" clId="{1465BDEC-8613-4BC3-BE76-F0EDF91BF149}" dt="2026-03-20T19:23:08.191" v="822" actId="478"/>
          <ac:spMkLst>
            <pc:docMk/>
            <pc:sldMk cId="2434061333" sldId="402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9:23:16.325" v="824"/>
          <ac:spMkLst>
            <pc:docMk/>
            <pc:sldMk cId="2434061333" sldId="402"/>
            <ac:spMk id="8" creationId="{6BC40CFE-81DD-4966-8605-2CE3C9F35824}"/>
          </ac:spMkLst>
        </pc:spChg>
        <pc:spChg chg="add del mod">
          <ac:chgData name="Héctor Alonso Hormazábal Vildósola" userId="b9d27978aac6e731" providerId="LiveId" clId="{1465BDEC-8613-4BC3-BE76-F0EDF91BF149}" dt="2026-03-20T19:22:54.920" v="817"/>
          <ac:spMkLst>
            <pc:docMk/>
            <pc:sldMk cId="2434061333" sldId="402"/>
            <ac:spMk id="9" creationId="{4A3DB8A3-FCE0-49AB-AA85-A67ABDECCF6C}"/>
          </ac:spMkLst>
        </pc:spChg>
        <pc:spChg chg="add del mod">
          <ac:chgData name="Héctor Alonso Hormazábal Vildósola" userId="b9d27978aac6e731" providerId="LiveId" clId="{1465BDEC-8613-4BC3-BE76-F0EDF91BF149}" dt="2026-03-20T19:22:59.484" v="819" actId="478"/>
          <ac:spMkLst>
            <pc:docMk/>
            <pc:sldMk cId="2434061333" sldId="402"/>
            <ac:spMk id="10" creationId="{2C49B93E-CB2B-46FE-8018-EBB64B5B3C7E}"/>
          </ac:spMkLst>
        </pc:spChg>
        <pc:spChg chg="add mod">
          <ac:chgData name="Héctor Alonso Hormazábal Vildósola" userId="b9d27978aac6e731" providerId="LiveId" clId="{1465BDEC-8613-4BC3-BE76-F0EDF91BF149}" dt="2026-03-20T19:23:09.448" v="823"/>
          <ac:spMkLst>
            <pc:docMk/>
            <pc:sldMk cId="2434061333" sldId="402"/>
            <ac:spMk id="11" creationId="{813AE62B-2529-459A-8FBC-40D775292DC5}"/>
          </ac:spMkLst>
        </pc:spChg>
        <pc:picChg chg="add mod">
          <ac:chgData name="Héctor Alonso Hormazábal Vildósola" userId="b9d27978aac6e731" providerId="LiveId" clId="{1465BDEC-8613-4BC3-BE76-F0EDF91BF149}" dt="2026-03-20T19:28:08.935" v="829" actId="1076"/>
          <ac:picMkLst>
            <pc:docMk/>
            <pc:sldMk cId="2434061333" sldId="402"/>
            <ac:picMk id="7170" creationId="{E0DF960A-85F7-4673-A997-20F0081F787B}"/>
          </ac:picMkLst>
        </pc:picChg>
        <pc:picChg chg="add del mod">
          <ac:chgData name="Héctor Alonso Hormazábal Vildósola" userId="b9d27978aac6e731" providerId="LiveId" clId="{1465BDEC-8613-4BC3-BE76-F0EDF91BF149}" dt="2026-03-20T19:28:26.624" v="834" actId="478"/>
          <ac:picMkLst>
            <pc:docMk/>
            <pc:sldMk cId="2434061333" sldId="402"/>
            <ac:picMk id="7172" creationId="{C9595B57-C4B6-4CE9-B1E4-CD8BE96F2AE5}"/>
          </ac:picMkLst>
        </pc:picChg>
        <pc:picChg chg="add mod">
          <ac:chgData name="Héctor Alonso Hormazábal Vildósola" userId="b9d27978aac6e731" providerId="LiveId" clId="{1465BDEC-8613-4BC3-BE76-F0EDF91BF149}" dt="2026-03-20T19:31:06.821" v="846" actId="1076"/>
          <ac:picMkLst>
            <pc:docMk/>
            <pc:sldMk cId="2434061333" sldId="402"/>
            <ac:picMk id="7174" creationId="{1F461EF1-6528-469A-8F9C-1BF25A0CE61E}"/>
          </ac:picMkLst>
        </pc:picChg>
      </pc:sldChg>
      <pc:sldChg chg="add del">
        <pc:chgData name="Héctor Alonso Hormazábal Vildósola" userId="b9d27978aac6e731" providerId="LiveId" clId="{1465BDEC-8613-4BC3-BE76-F0EDF91BF149}" dt="2026-03-20T19:39:25.654" v="877" actId="47"/>
        <pc:sldMkLst>
          <pc:docMk/>
          <pc:sldMk cId="3813639507" sldId="403"/>
        </pc:sldMkLst>
      </pc:sldChg>
      <pc:sldChg chg="addSp modSp add mod">
        <pc:chgData name="Héctor Alonso Hormazábal Vildósola" userId="b9d27978aac6e731" providerId="LiveId" clId="{1465BDEC-8613-4BC3-BE76-F0EDF91BF149}" dt="2026-03-20T19:58:19.717" v="1335" actId="1076"/>
        <pc:sldMkLst>
          <pc:docMk/>
          <pc:sldMk cId="2583465308" sldId="404"/>
        </pc:sldMkLst>
        <pc:spChg chg="add mod">
          <ac:chgData name="Héctor Alonso Hormazábal Vildósola" userId="b9d27978aac6e731" providerId="LiveId" clId="{1465BDEC-8613-4BC3-BE76-F0EDF91BF149}" dt="2026-03-20T19:58:19.717" v="1335" actId="1076"/>
          <ac:spMkLst>
            <pc:docMk/>
            <pc:sldMk cId="2583465308" sldId="404"/>
            <ac:spMk id="3" creationId="{660B6ECE-A7C3-455A-82CB-95D435F6678A}"/>
          </ac:spMkLst>
        </pc:spChg>
        <pc:spChg chg="mod">
          <ac:chgData name="Héctor Alonso Hormazábal Vildósola" userId="b9d27978aac6e731" providerId="LiveId" clId="{1465BDEC-8613-4BC3-BE76-F0EDF91BF149}" dt="2026-03-20T19:57:49.213" v="1325" actId="1076"/>
          <ac:spMkLst>
            <pc:docMk/>
            <pc:sldMk cId="2583465308" sldId="404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9:35:18.418" v="862" actId="207"/>
          <ac:spMkLst>
            <pc:docMk/>
            <pc:sldMk cId="2583465308" sldId="404"/>
            <ac:spMk id="8" creationId="{6BC40CFE-81DD-4966-8605-2CE3C9F35824}"/>
          </ac:spMkLst>
        </pc:spChg>
      </pc:sldChg>
      <pc:sldChg chg="addSp delSp modSp add mod">
        <pc:chgData name="Héctor Alonso Hormazábal Vildósola" userId="b9d27978aac6e731" providerId="LiveId" clId="{1465BDEC-8613-4BC3-BE76-F0EDF91BF149}" dt="2026-03-20T20:13:55.322" v="1556" actId="1076"/>
        <pc:sldMkLst>
          <pc:docMk/>
          <pc:sldMk cId="2628219810" sldId="405"/>
        </pc:sldMkLst>
        <pc:spChg chg="add mod">
          <ac:chgData name="Héctor Alonso Hormazábal Vildósola" userId="b9d27978aac6e731" providerId="LiveId" clId="{1465BDEC-8613-4BC3-BE76-F0EDF91BF149}" dt="2026-03-20T20:12:12.171" v="1552" actId="14100"/>
          <ac:spMkLst>
            <pc:docMk/>
            <pc:sldMk cId="2628219810" sldId="405"/>
            <ac:spMk id="3" creationId="{3CDB3FA6-F4B9-4B71-BFDE-81C3D584C790}"/>
          </ac:spMkLst>
        </pc:spChg>
        <pc:spChg chg="mod">
          <ac:chgData name="Héctor Alonso Hormazábal Vildósola" userId="b9d27978aac6e731" providerId="LiveId" clId="{1465BDEC-8613-4BC3-BE76-F0EDF91BF149}" dt="2026-03-20T20:04:26.737" v="1377" actId="1035"/>
          <ac:spMkLst>
            <pc:docMk/>
            <pc:sldMk cId="2628219810" sldId="405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20:04:17.829" v="1342" actId="207"/>
          <ac:spMkLst>
            <pc:docMk/>
            <pc:sldMk cId="2628219810" sldId="405"/>
            <ac:spMk id="8" creationId="{6BC40CFE-81DD-4966-8605-2CE3C9F35824}"/>
          </ac:spMkLst>
        </pc:spChg>
        <pc:spChg chg="add del">
          <ac:chgData name="Héctor Alonso Hormazábal Vildósola" userId="b9d27978aac6e731" providerId="LiveId" clId="{1465BDEC-8613-4BC3-BE76-F0EDF91BF149}" dt="2026-03-20T20:11:19.747" v="1540" actId="22"/>
          <ac:spMkLst>
            <pc:docMk/>
            <pc:sldMk cId="2628219810" sldId="405"/>
            <ac:spMk id="9" creationId="{E6FA9FEF-9E9E-4418-BFBA-DBC843FEE512}"/>
          </ac:spMkLst>
        </pc:spChg>
        <pc:picChg chg="add mod">
          <ac:chgData name="Héctor Alonso Hormazábal Vildósola" userId="b9d27978aac6e731" providerId="LiveId" clId="{1465BDEC-8613-4BC3-BE76-F0EDF91BF149}" dt="2026-03-20T20:13:55.322" v="1556" actId="1076"/>
          <ac:picMkLst>
            <pc:docMk/>
            <pc:sldMk cId="2628219810" sldId="405"/>
            <ac:picMk id="9219" creationId="{2620B7BE-C6BF-4E6D-9807-76C26AF8BDEC}"/>
          </ac:picMkLst>
        </pc:picChg>
      </pc:sldChg>
      <pc:sldChg chg="add del">
        <pc:chgData name="Héctor Alonso Hormazábal Vildósola" userId="b9d27978aac6e731" providerId="LiveId" clId="{1465BDEC-8613-4BC3-BE76-F0EDF91BF149}" dt="2026-03-20T20:16:35.454" v="1559" actId="47"/>
        <pc:sldMkLst>
          <pc:docMk/>
          <pc:sldMk cId="3263287622" sldId="406"/>
        </pc:sldMkLst>
      </pc:sldChg>
      <pc:sldChg chg="addSp modSp add mod">
        <pc:chgData name="Héctor Alonso Hormazábal Vildósola" userId="b9d27978aac6e731" providerId="LiveId" clId="{1465BDEC-8613-4BC3-BE76-F0EDF91BF149}" dt="2026-03-20T20:23:02.601" v="1624" actId="1076"/>
        <pc:sldMkLst>
          <pc:docMk/>
          <pc:sldMk cId="2027910284" sldId="407"/>
        </pc:sldMkLst>
        <pc:spChg chg="add mod">
          <ac:chgData name="Héctor Alonso Hormazábal Vildósola" userId="b9d27978aac6e731" providerId="LiveId" clId="{1465BDEC-8613-4BC3-BE76-F0EDF91BF149}" dt="2026-03-20T20:23:02.601" v="1624" actId="1076"/>
          <ac:spMkLst>
            <pc:docMk/>
            <pc:sldMk cId="2027910284" sldId="407"/>
            <ac:spMk id="3" creationId="{0C6FC739-FDE3-4713-99DF-8E65E8536388}"/>
          </ac:spMkLst>
        </pc:spChg>
        <pc:spChg chg="mod">
          <ac:chgData name="Héctor Alonso Hormazábal Vildósola" userId="b9d27978aac6e731" providerId="LiveId" clId="{1465BDEC-8613-4BC3-BE76-F0EDF91BF149}" dt="2026-03-20T20:21:31.796" v="1620" actId="1035"/>
          <ac:spMkLst>
            <pc:docMk/>
            <pc:sldMk cId="2027910284" sldId="407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20:18:28.253" v="1589" actId="1076"/>
          <ac:spMkLst>
            <pc:docMk/>
            <pc:sldMk cId="2027910284" sldId="407"/>
            <ac:spMk id="8" creationId="{6BC40CFE-81DD-4966-8605-2CE3C9F35824}"/>
          </ac:spMkLst>
        </pc:spChg>
      </pc:sldChg>
      <pc:sldChg chg="addSp delSp modSp add mod">
        <pc:chgData name="Héctor Alonso Hormazábal Vildósola" userId="b9d27978aac6e731" providerId="LiveId" clId="{1465BDEC-8613-4BC3-BE76-F0EDF91BF149}" dt="2026-03-20T20:29:28.454" v="1724" actId="20577"/>
        <pc:sldMkLst>
          <pc:docMk/>
          <pc:sldMk cId="2847108509" sldId="408"/>
        </pc:sldMkLst>
        <pc:spChg chg="add mod">
          <ac:chgData name="Héctor Alonso Hormazábal Vildósola" userId="b9d27978aac6e731" providerId="LiveId" clId="{1465BDEC-8613-4BC3-BE76-F0EDF91BF149}" dt="2026-03-20T20:28:54.165" v="1692" actId="1076"/>
          <ac:spMkLst>
            <pc:docMk/>
            <pc:sldMk cId="2847108509" sldId="408"/>
            <ac:spMk id="5" creationId="{7501B6DF-F936-4D6C-802B-1B24F9B21A16}"/>
          </ac:spMkLst>
        </pc:spChg>
        <pc:spChg chg="mod">
          <ac:chgData name="Héctor Alonso Hormazábal Vildósola" userId="b9d27978aac6e731" providerId="LiveId" clId="{1465BDEC-8613-4BC3-BE76-F0EDF91BF149}" dt="2026-03-20T20:23:22.243" v="1663" actId="20577"/>
          <ac:spMkLst>
            <pc:docMk/>
            <pc:sldMk cId="2847108509" sldId="408"/>
            <ac:spMk id="7" creationId="{1616B852-63A6-4684-9357-AC52515CBAE6}"/>
          </ac:spMkLst>
        </pc:spChg>
        <pc:spChg chg="add mod">
          <ac:chgData name="Héctor Alonso Hormazábal Vildósola" userId="b9d27978aac6e731" providerId="LiveId" clId="{1465BDEC-8613-4BC3-BE76-F0EDF91BF149}" dt="2026-03-20T20:29:22.180" v="1713" actId="1076"/>
          <ac:spMkLst>
            <pc:docMk/>
            <pc:sldMk cId="2847108509" sldId="408"/>
            <ac:spMk id="11" creationId="{37D6D49E-52C1-4C7C-A1CA-192AE525C959}"/>
          </ac:spMkLst>
        </pc:spChg>
        <pc:spChg chg="add mod">
          <ac:chgData name="Héctor Alonso Hormazábal Vildósola" userId="b9d27978aac6e731" providerId="LiveId" clId="{1465BDEC-8613-4BC3-BE76-F0EDF91BF149}" dt="2026-03-20T20:29:28.454" v="1724" actId="20577"/>
          <ac:spMkLst>
            <pc:docMk/>
            <pc:sldMk cId="2847108509" sldId="408"/>
            <ac:spMk id="12" creationId="{899D5796-C3F4-4841-8CFD-EC0982584189}"/>
          </ac:spMkLst>
        </pc:spChg>
        <pc:picChg chg="add mod">
          <ac:chgData name="Héctor Alonso Hormazábal Vildósola" userId="b9d27978aac6e731" providerId="LiveId" clId="{1465BDEC-8613-4BC3-BE76-F0EDF91BF149}" dt="2026-03-20T20:28:07.086" v="1672" actId="1076"/>
          <ac:picMkLst>
            <pc:docMk/>
            <pc:sldMk cId="2847108509" sldId="408"/>
            <ac:picMk id="4" creationId="{E121F8E8-CBC7-4A09-982A-A2DB05210DCD}"/>
          </ac:picMkLst>
        </pc:picChg>
        <pc:picChg chg="add del mod">
          <ac:chgData name="Héctor Alonso Hormazábal Vildósola" userId="b9d27978aac6e731" providerId="LiveId" clId="{1465BDEC-8613-4BC3-BE76-F0EDF91BF149}" dt="2026-03-20T20:28:00.187" v="1669" actId="478"/>
          <ac:picMkLst>
            <pc:docMk/>
            <pc:sldMk cId="2847108509" sldId="408"/>
            <ac:picMk id="11266" creationId="{E16AEAB1-E6C0-4909-86BD-3632BE6DA076}"/>
          </ac:picMkLst>
        </pc:picChg>
      </pc:sldChg>
      <pc:sldChg chg="addSp modSp add mod">
        <pc:chgData name="Héctor Alonso Hormazábal Vildósola" userId="b9d27978aac6e731" providerId="LiveId" clId="{1465BDEC-8613-4BC3-BE76-F0EDF91BF149}" dt="2026-03-20T20:37:48.728" v="1933" actId="1076"/>
        <pc:sldMkLst>
          <pc:docMk/>
          <pc:sldMk cId="1459215511" sldId="409"/>
        </pc:sldMkLst>
        <pc:spChg chg="mod">
          <ac:chgData name="Héctor Alonso Hormazábal Vildósola" userId="b9d27978aac6e731" providerId="LiveId" clId="{1465BDEC-8613-4BC3-BE76-F0EDF91BF149}" dt="2026-03-20T20:31:28.871" v="1774" actId="20577"/>
          <ac:spMkLst>
            <pc:docMk/>
            <pc:sldMk cId="1459215511" sldId="409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20:31:43.124" v="1777" actId="207"/>
          <ac:spMkLst>
            <pc:docMk/>
            <pc:sldMk cId="1459215511" sldId="409"/>
            <ac:spMk id="8" creationId="{6BC40CFE-81DD-4966-8605-2CE3C9F35824}"/>
          </ac:spMkLst>
        </pc:spChg>
        <pc:picChg chg="add mod">
          <ac:chgData name="Héctor Alonso Hormazábal Vildósola" userId="b9d27978aac6e731" providerId="LiveId" clId="{1465BDEC-8613-4BC3-BE76-F0EDF91BF149}" dt="2026-03-20T20:37:46.132" v="1932" actId="1076"/>
          <ac:picMkLst>
            <pc:docMk/>
            <pc:sldMk cId="1459215511" sldId="409"/>
            <ac:picMk id="12290" creationId="{8C5D24A7-944C-4F09-8FF4-9AD21B3B4007}"/>
          </ac:picMkLst>
        </pc:picChg>
        <pc:picChg chg="add mod">
          <ac:chgData name="Héctor Alonso Hormazábal Vildósola" userId="b9d27978aac6e731" providerId="LiveId" clId="{1465BDEC-8613-4BC3-BE76-F0EDF91BF149}" dt="2026-03-20T20:37:48.728" v="1933" actId="1076"/>
          <ac:picMkLst>
            <pc:docMk/>
            <pc:sldMk cId="1459215511" sldId="409"/>
            <ac:picMk id="12292" creationId="{5FAB8F35-52C3-47B6-8406-C4C66FE2508B}"/>
          </ac:picMkLst>
        </pc:picChg>
      </pc:sldChg>
      <pc:sldChg chg="add del">
        <pc:chgData name="Héctor Alonso Hormazábal Vildósola" userId="b9d27978aac6e731" providerId="LiveId" clId="{1465BDEC-8613-4BC3-BE76-F0EDF91BF149}" dt="2026-03-20T20:37:55.570" v="1934" actId="47"/>
        <pc:sldMkLst>
          <pc:docMk/>
          <pc:sldMk cId="3083292393" sldId="410"/>
        </pc:sldMkLst>
      </pc:sldChg>
      <pc:sldChg chg="add del">
        <pc:chgData name="Héctor Alonso Hormazábal Vildósola" userId="b9d27978aac6e731" providerId="LiveId" clId="{1465BDEC-8613-4BC3-BE76-F0EDF91BF149}" dt="2026-03-20T20:16:31.253" v="1558" actId="47"/>
        <pc:sldMkLst>
          <pc:docMk/>
          <pc:sldMk cId="1512378960" sldId="411"/>
        </pc:sldMkLst>
      </pc:sldChg>
      <pc:sldChg chg="add del">
        <pc:chgData name="Héctor Alonso Hormazábal Vildósola" userId="b9d27978aac6e731" providerId="LiveId" clId="{1465BDEC-8613-4BC3-BE76-F0EDF91BF149}" dt="2026-03-20T20:16:29.037" v="1557" actId="47"/>
        <pc:sldMkLst>
          <pc:docMk/>
          <pc:sldMk cId="2002678178" sldId="412"/>
        </pc:sldMkLst>
      </pc:sldChg>
      <pc:sldChg chg="addSp modSp add mod">
        <pc:chgData name="Héctor Alonso Hormazábal Vildósola" userId="b9d27978aac6e731" providerId="LiveId" clId="{1465BDEC-8613-4BC3-BE76-F0EDF91BF149}" dt="2026-03-20T18:36:04.081" v="423" actId="1076"/>
        <pc:sldMkLst>
          <pc:docMk/>
          <pc:sldMk cId="2940520226" sldId="413"/>
        </pc:sldMkLst>
        <pc:spChg chg="mod">
          <ac:chgData name="Héctor Alonso Hormazábal Vildósola" userId="b9d27978aac6e731" providerId="LiveId" clId="{1465BDEC-8613-4BC3-BE76-F0EDF91BF149}" dt="2026-03-20T18:29:50.634" v="400" actId="2711"/>
          <ac:spMkLst>
            <pc:docMk/>
            <pc:sldMk cId="2940520226" sldId="413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8:30:39.161" v="406" actId="207"/>
          <ac:spMkLst>
            <pc:docMk/>
            <pc:sldMk cId="2940520226" sldId="413"/>
            <ac:spMk id="8" creationId="{6BC40CFE-81DD-4966-8605-2CE3C9F35824}"/>
          </ac:spMkLst>
        </pc:spChg>
        <pc:picChg chg="add mod">
          <ac:chgData name="Héctor Alonso Hormazábal Vildósola" userId="b9d27978aac6e731" providerId="LiveId" clId="{1465BDEC-8613-4BC3-BE76-F0EDF91BF149}" dt="2026-03-20T18:36:04.081" v="423" actId="1076"/>
          <ac:picMkLst>
            <pc:docMk/>
            <pc:sldMk cId="2940520226" sldId="413"/>
            <ac:picMk id="2050" creationId="{BA80C6D6-04BE-4868-9FEA-333A1F4213C6}"/>
          </ac:picMkLst>
        </pc:picChg>
      </pc:sldChg>
      <pc:sldChg chg="modSp add del mod">
        <pc:chgData name="Héctor Alonso Hormazábal Vildósola" userId="b9d27978aac6e731" providerId="LiveId" clId="{1465BDEC-8613-4BC3-BE76-F0EDF91BF149}" dt="2026-03-20T18:05:32.251" v="251" actId="47"/>
        <pc:sldMkLst>
          <pc:docMk/>
          <pc:sldMk cId="1232945243" sldId="414"/>
        </pc:sldMkLst>
        <pc:spChg chg="mod">
          <ac:chgData name="Héctor Alonso Hormazábal Vildósola" userId="b9d27978aac6e731" providerId="LiveId" clId="{1465BDEC-8613-4BC3-BE76-F0EDF91BF149}" dt="2026-03-20T18:05:24.142" v="249" actId="20577"/>
          <ac:spMkLst>
            <pc:docMk/>
            <pc:sldMk cId="1232945243" sldId="414"/>
            <ac:spMk id="7" creationId="{1616B852-63A6-4684-9357-AC52515CBAE6}"/>
          </ac:spMkLst>
        </pc:spChg>
      </pc:sldChg>
      <pc:sldChg chg="addSp delSp modSp add mod">
        <pc:chgData name="Héctor Alonso Hormazábal Vildósola" userId="b9d27978aac6e731" providerId="LiveId" clId="{1465BDEC-8613-4BC3-BE76-F0EDF91BF149}" dt="2026-03-20T18:26:27.559" v="383" actId="1035"/>
        <pc:sldMkLst>
          <pc:docMk/>
          <pc:sldMk cId="2472915426" sldId="415"/>
        </pc:sldMkLst>
        <pc:spChg chg="add del mod">
          <ac:chgData name="Héctor Alonso Hormazábal Vildósola" userId="b9d27978aac6e731" providerId="LiveId" clId="{1465BDEC-8613-4BC3-BE76-F0EDF91BF149}" dt="2026-03-20T18:13:10.557" v="302" actId="478"/>
          <ac:spMkLst>
            <pc:docMk/>
            <pc:sldMk cId="2472915426" sldId="415"/>
            <ac:spMk id="3" creationId="{A2F1194B-3347-4067-9522-70E5675D2007}"/>
          </ac:spMkLst>
        </pc:spChg>
        <pc:spChg chg="add del">
          <ac:chgData name="Héctor Alonso Hormazábal Vildósola" userId="b9d27978aac6e731" providerId="LiveId" clId="{1465BDEC-8613-4BC3-BE76-F0EDF91BF149}" dt="2026-03-20T18:12:58.097" v="300"/>
          <ac:spMkLst>
            <pc:docMk/>
            <pc:sldMk cId="2472915426" sldId="415"/>
            <ac:spMk id="4" creationId="{CE0997AA-172C-4DD1-8AB3-A1DFEAF08153}"/>
          </ac:spMkLst>
        </pc:spChg>
        <pc:spChg chg="add del">
          <ac:chgData name="Héctor Alonso Hormazábal Vildósola" userId="b9d27978aac6e731" providerId="LiveId" clId="{1465BDEC-8613-4BC3-BE76-F0EDF91BF149}" dt="2026-03-20T18:13:10.557" v="302" actId="478"/>
          <ac:spMkLst>
            <pc:docMk/>
            <pc:sldMk cId="2472915426" sldId="415"/>
            <ac:spMk id="5" creationId="{D60F7CBA-D60D-43EF-8C6F-2776BFCEEAA8}"/>
          </ac:spMkLst>
        </pc:spChg>
        <pc:spChg chg="mod">
          <ac:chgData name="Héctor Alonso Hormazábal Vildósola" userId="b9d27978aac6e731" providerId="LiveId" clId="{1465BDEC-8613-4BC3-BE76-F0EDF91BF149}" dt="2026-03-20T18:26:27.559" v="383" actId="1035"/>
          <ac:spMkLst>
            <pc:docMk/>
            <pc:sldMk cId="2472915426" sldId="415"/>
            <ac:spMk id="7" creationId="{1616B852-63A6-4684-9357-AC52515CBAE6}"/>
          </ac:spMkLst>
        </pc:spChg>
        <pc:spChg chg="mod">
          <ac:chgData name="Héctor Alonso Hormazábal Vildósola" userId="b9d27978aac6e731" providerId="LiveId" clId="{1465BDEC-8613-4BC3-BE76-F0EDF91BF149}" dt="2026-03-20T18:19:21.027" v="344" actId="1036"/>
          <ac:spMkLst>
            <pc:docMk/>
            <pc:sldMk cId="2472915426" sldId="415"/>
            <ac:spMk id="8" creationId="{6BC40CFE-81DD-4966-8605-2CE3C9F35824}"/>
          </ac:spMkLst>
        </pc:spChg>
        <pc:spChg chg="add del mod">
          <ac:chgData name="Héctor Alonso Hormazábal Vildósola" userId="b9d27978aac6e731" providerId="LiveId" clId="{1465BDEC-8613-4BC3-BE76-F0EDF91BF149}" dt="2026-03-20T18:23:14.907" v="346" actId="478"/>
          <ac:spMkLst>
            <pc:docMk/>
            <pc:sldMk cId="2472915426" sldId="415"/>
            <ac:spMk id="9" creationId="{7ECE7A72-A6F7-4795-9DD8-3E62E65D9009}"/>
          </ac:spMkLst>
        </pc:spChg>
        <pc:spChg chg="add del">
          <ac:chgData name="Héctor Alonso Hormazábal Vildósola" userId="b9d27978aac6e731" providerId="LiveId" clId="{1465BDEC-8613-4BC3-BE76-F0EDF91BF149}" dt="2026-03-20T18:23:14.907" v="346" actId="478"/>
          <ac:spMkLst>
            <pc:docMk/>
            <pc:sldMk cId="2472915426" sldId="415"/>
            <ac:spMk id="10" creationId="{AFB38030-ED1B-4FCE-95DC-3E49231EF45C}"/>
          </ac:spMkLst>
        </pc:spChg>
        <pc:spChg chg="add mod">
          <ac:chgData name="Héctor Alonso Hormazábal Vildósola" userId="b9d27978aac6e731" providerId="LiveId" clId="{1465BDEC-8613-4BC3-BE76-F0EDF91BF149}" dt="2026-03-20T18:24:35.861" v="369" actId="1076"/>
          <ac:spMkLst>
            <pc:docMk/>
            <pc:sldMk cId="2472915426" sldId="415"/>
            <ac:spMk id="11" creationId="{CB1F51B0-827E-41D3-B23A-CE527D89B50C}"/>
          </ac:spMkLst>
        </pc:spChg>
        <pc:picChg chg="add mod">
          <ac:chgData name="Héctor Alonso Hormazábal Vildósola" userId="b9d27978aac6e731" providerId="LiveId" clId="{1465BDEC-8613-4BC3-BE76-F0EDF91BF149}" dt="2026-03-20T18:25:37.111" v="373" actId="14100"/>
          <ac:picMkLst>
            <pc:docMk/>
            <pc:sldMk cId="2472915426" sldId="415"/>
            <ac:picMk id="1031" creationId="{55EF4C56-F621-48D6-9282-38CA69E5B3B8}"/>
          </ac:picMkLst>
        </pc:picChg>
      </pc:sldChg>
      <pc:sldChg chg="addSp delSp modSp add mod">
        <pc:chgData name="Héctor Alonso Hormazábal Vildósola" userId="b9d27978aac6e731" providerId="LiveId" clId="{1465BDEC-8613-4BC3-BE76-F0EDF91BF149}" dt="2026-03-20T18:43:16.816" v="457" actId="1076"/>
        <pc:sldMkLst>
          <pc:docMk/>
          <pc:sldMk cId="3199650119" sldId="416"/>
        </pc:sldMkLst>
        <pc:spChg chg="add mod">
          <ac:chgData name="Héctor Alonso Hormazábal Vildósola" userId="b9d27978aac6e731" providerId="LiveId" clId="{1465BDEC-8613-4BC3-BE76-F0EDF91BF149}" dt="2026-03-20T18:40:40.976" v="452" actId="20577"/>
          <ac:spMkLst>
            <pc:docMk/>
            <pc:sldMk cId="3199650119" sldId="416"/>
            <ac:spMk id="3" creationId="{26D69B79-BBCC-4C87-BEF5-50EC220F0B96}"/>
          </ac:spMkLst>
        </pc:spChg>
        <pc:picChg chg="del">
          <ac:chgData name="Héctor Alonso Hormazábal Vildósola" userId="b9d27978aac6e731" providerId="LiveId" clId="{1465BDEC-8613-4BC3-BE76-F0EDF91BF149}" dt="2026-03-20T18:33:50.052" v="412" actId="478"/>
          <ac:picMkLst>
            <pc:docMk/>
            <pc:sldMk cId="3199650119" sldId="416"/>
            <ac:picMk id="2050" creationId="{BA80C6D6-04BE-4868-9FEA-333A1F4213C6}"/>
          </ac:picMkLst>
        </pc:picChg>
        <pc:picChg chg="add mod">
          <ac:chgData name="Héctor Alonso Hormazábal Vildósola" userId="b9d27978aac6e731" providerId="LiveId" clId="{1465BDEC-8613-4BC3-BE76-F0EDF91BF149}" dt="2026-03-20T18:43:16.816" v="457" actId="1076"/>
          <ac:picMkLst>
            <pc:docMk/>
            <pc:sldMk cId="3199650119" sldId="416"/>
            <ac:picMk id="3075" creationId="{16CB3E1F-EC83-4F88-8114-EC0CF00128EF}"/>
          </ac:picMkLst>
        </pc:picChg>
      </pc:sldChg>
      <pc:sldChg chg="add ord">
        <pc:chgData name="Héctor Alonso Hormazábal Vildósola" userId="b9d27978aac6e731" providerId="LiveId" clId="{1465BDEC-8613-4BC3-BE76-F0EDF91BF149}" dt="2026-03-20T20:16:53.031" v="1562"/>
        <pc:sldMkLst>
          <pc:docMk/>
          <pc:sldMk cId="3299960554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3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8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64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93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72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42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66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4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59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88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7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20-03-2026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4: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Machine </a:t>
            </a:r>
            <a:r>
              <a:rPr lang="es-CL" sz="2800" b="1" dirty="0" err="1">
                <a:latin typeface="CMU Sans Serif" panose="02000603000000000000"/>
              </a:rPr>
              <a:t>Learning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n-US" sz="24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endParaRPr lang="es-CL" sz="24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Shifting the Analytics Paradigm: </a:t>
            </a:r>
            <a:r>
              <a:rPr lang="en-US" sz="3600" dirty="0"/>
              <a:t>Descriptive - Predictive BI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51510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The business goal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B1F51B0-827E-41D3-B23A-CE527D89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35" y="1660582"/>
            <a:ext cx="619684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Transitioning from Insight to Action: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Moving beyond traditional reporting by treating historical data as the raw material for predictive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Quantifying Uncertainty: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Shifting the decision-making process from intuition toward statistically validated frameworks that measure risk and expected outcomes.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Operational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Embedding predictive capabilities into core business processes to optimize resource allocation and cost efficiency.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Driving Strategic Value: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Creating a competitive advantage by anticipating market shifts and customer behavior before they impact the bottom line.</a:t>
            </a:r>
          </a:p>
        </p:txBody>
      </p:sp>
      <p:pic>
        <p:nvPicPr>
          <p:cNvPr id="1031" name="Picture 7" descr="Statistics and Machine Learning compared - Python">
            <a:extLst>
              <a:ext uri="{FF2B5EF4-FFF2-40B4-BE49-F238E27FC236}">
                <a16:creationId xmlns:a16="http://schemas.microsoft.com/office/drawing/2014/main" id="{55EF4C56-F621-48D6-9282-38CA69E5B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984" y="1918271"/>
            <a:ext cx="5646882" cy="3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9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Machine Learning Taxonomy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Architectural Selection Based on Data Structures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80C6D6-04BE-4868-9FEA-333A1F421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16" y="1346729"/>
            <a:ext cx="7322655" cy="524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52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Machine Learning Taxonomy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Architectural Selection Based on Data Structures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D69B79-BBCC-4C87-BEF5-50EC220F0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35" y="1568133"/>
            <a:ext cx="613721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Signal-Based Classification: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Categorizing models by the type of feedback available—shifting from predictive mapping to structural discovery.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Supervised Learning Architectures: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Establishing functional relationships between input features and target variables for regression or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Unsupervised Pattern Extraction: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Identifying latent structures and natural clusters in high-dimensional data without predefined output labels.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Reinforcement Learning &amp; Dynamic Control: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Optimizing sequential decision-making through agent-environment interaction to maximize long-term performance (rewarding)</a:t>
            </a:r>
          </a:p>
        </p:txBody>
      </p:sp>
      <p:pic>
        <p:nvPicPr>
          <p:cNvPr id="3075" name="Picture 3" descr="Machine learning classification. a) An example of the supervised learning paradigm showing a decision boundary that classifies input data. b) An example of the unsupervised learning paradigm that represents the clustering of input data. c) A typical workflow in the reinforcement learning paradigm that demonstrates how learning proceeds via interactions between an agent and its environment.">
            <a:extLst>
              <a:ext uri="{FF2B5EF4-FFF2-40B4-BE49-F238E27FC236}">
                <a16:creationId xmlns:a16="http://schemas.microsoft.com/office/drawing/2014/main" id="{16CB3E1F-EC83-4F88-8114-EC0CF0012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831" y="1577882"/>
            <a:ext cx="5561034" cy="462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65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Supervised Learning  - Regression vs Classification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Categorizing Supervised Learning Objectives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28F5E8-4731-4E21-8252-AE6AB18F3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00" y="1722579"/>
            <a:ext cx="5671204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Output Dimensionality: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Distinguishing between continuous numeric variables and discrete categorical boundaries to define the model architecture.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Regression Frameworks: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Modeling the conditional expectation of a quantitative target, such as estimating asset valuation or demand volume.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Classification Logic: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Partitioning the feature space into mutually exclusive classes to predict event probability or system states.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Impact on Decision Metrics: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CMU Sans Serif" panose="02000603000000000000"/>
              </a:rPr>
              <a:t> Aligning the output nature with specific KPIs—shifting from error variance in regression to accuracy and precision in classification.</a:t>
            </a:r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3333AC9D-ECAC-4016-80EA-2302BCD5C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175" y="2403740"/>
            <a:ext cx="595312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53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Supervised Learning  - Regression vs Classification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Categorizing Supervised Learning Objectives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4EC2E61-A820-4065-8FFE-3D85646CA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31" y="1519835"/>
            <a:ext cx="10233992" cy="494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35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58529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Simple Linear Regression &amp; OLS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174135" y="989780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Foundations of Ordinary Least Squares (OLS) Optimization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07C176F-C962-46B4-845B-9BC02E14A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906" y="1581573"/>
                <a:ext cx="11521964" cy="46259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 The Linear Stochastic Model: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Representing the relationship as: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000" dirty="0">
                  <a:latin typeface="CMU Sans Serif" panose="0200060300000000000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en-US" sz="2000" dirty="0">
                  <a:latin typeface="CMU Sans Serif" panose="02000603000000000000"/>
                </a:endParaRP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000" b="1" dirty="0">
                  <a:latin typeface="CMU Sans Serif" panose="02000603000000000000"/>
                </a:endParaRPr>
              </a:p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Minimizing the Cost Function:</a:t>
                </a: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Solving the optimization problem by minimizing the Sum of Squared Residuals (SSR):</a:t>
                </a:r>
                <a:endParaRPr lang="en-US" altLang="en-US" sz="2000" dirty="0">
                  <a:latin typeface="CMU Sans Serif" panose="0200060300000000000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alt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sub>
                                          </m:s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000" dirty="0"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Geometric Interpretation: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Finding the hyperplane in a 2D space that minimizes the  vertical displacement from the observed data points.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The Variance of the Error (ϵ):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Assuming independent and identically distributed (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i.i.d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.)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alt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MX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MX" alt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s-MX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to ensure BLUE: (Best Linear Unbiased Estimator) property.</a:t>
                </a: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07C176F-C962-46B4-845B-9BC02E14A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06" y="1581573"/>
                <a:ext cx="11521964" cy="4625946"/>
              </a:xfrm>
              <a:prstGeom prst="rect">
                <a:avLst/>
              </a:prstGeom>
              <a:blipFill>
                <a:blip r:embed="rId4"/>
                <a:stretch>
                  <a:fillRect l="-582" t="-395" r="-529" b="-19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477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Figure 3.1">
            <a:extLst>
              <a:ext uri="{FF2B5EF4-FFF2-40B4-BE49-F238E27FC236}">
                <a16:creationId xmlns:a16="http://schemas.microsoft.com/office/drawing/2014/main" id="{1F461EF1-6528-469A-8F9C-1BF25A0CE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874" y="2025943"/>
            <a:ext cx="6517122" cy="42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Foundations of Ordinary Least Squares (OLS) Optimization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813AE62B-2529-459A-8FBC-40D775292DC5}"/>
              </a:ext>
            </a:extLst>
          </p:cNvPr>
          <p:cNvSpPr txBox="1"/>
          <p:nvPr/>
        </p:nvSpPr>
        <p:spPr>
          <a:xfrm>
            <a:off x="174135" y="258529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Simple Linear Regression &amp; OLS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DF960A-85F7-4673-A997-20F0081F7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00" y="1948406"/>
            <a:ext cx="5589193" cy="420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06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Model Performance &amp; Error Metrics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MU Sans Serif" panose="02000603000000000000"/>
              </a:rPr>
              <a:t>Quantifying Precision in Operational Forecasting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60B6ECE-A7C3-455A-82CB-95D435F66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35" y="1570117"/>
                <a:ext cx="11920732" cy="51619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The Variance Capture Ratio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):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Measuring the percentage of system fluctuations explained by the model.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000" dirty="0">
                  <a:latin typeface="CMU Sans Serif" panose="0200060300000000000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MX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MX" alt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alt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alt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MX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sSup>
                        <m:sSupPr>
                          <m:ctrlPr>
                            <a:rPr lang="es-MX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Error Magnitude (MAE, MSE RMSE):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Quantifying prediction deviations in different ways.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altLang="en-US" sz="2000" i="1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s-MX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MX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alt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  <m:r>
                        <a:rPr lang="es-MX" altLang="en-US" sz="2000" i="1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s-MX" altLang="en-US" sz="2000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s-MX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MX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MX" alt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s-MX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MX" alt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MX" alt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/>
                        <m:t>𝑅𝑀𝑆𝐸</m:t>
                      </m:r>
                      <m:r>
                        <a:rPr lang="en-US" sz="2000" i="1"/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/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/>
                              </m:ctrlPr>
                            </m:fPr>
                            <m:num>
                              <m:r>
                                <a:rPr lang="es-MX" sz="2000" i="1"/>
                                <m:t>1</m:t>
                              </m:r>
                            </m:num>
                            <m:den>
                              <m:r>
                                <a:rPr lang="es-MX" sz="2000" i="1"/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000" i="1"/>
                              </m:ctrlPr>
                            </m:naryPr>
                            <m:sub>
                              <m:r>
                                <a:rPr lang="es-MX" sz="2000" i="1"/>
                                <m:t>𝑖</m:t>
                              </m:r>
                              <m:r>
                                <a:rPr lang="es-MX" sz="2000" i="1"/>
                                <m:t>=1</m:t>
                              </m:r>
                            </m:sub>
                            <m:sup>
                              <m:r>
                                <a:rPr lang="es-MX" sz="2000" i="1"/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/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/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sz="2000" i="1"/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sz="2000" i="1"/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i="1"/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2000" i="1"/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2000" i="1"/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MX" sz="2000" i="1"/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Relative Error Analysis (MAPE):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Normalizing performance metrics to allow cross-functional comparisons across different business scales and operational units.</a:t>
                </a:r>
                <a:endParaRPr lang="en-US" altLang="en-US" sz="2000" dirty="0">
                  <a:latin typeface="CMU Sans Serif" panose="0200060300000000000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MX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𝑀𝐴𝑃𝐸</m:t>
                      </m:r>
                      <m:r>
                        <a:rPr kumimoji="0" lang="es-MX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s-MX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s-MX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s-MX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s-MX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0" lang="es-MX" altLang="en-US" sz="2000" b="0" i="1" u="none" strike="noStrike" cap="none" normalizeH="0" baseline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s-MX" altLang="en-US" sz="2000" b="0" i="1" u="none" strike="noStrike" cap="none" normalizeH="0" baseline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s-MX" altLang="en-US" sz="2000" b="0" i="1" u="none" strike="noStrike" cap="none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kumimoji="0" lang="es-MX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60B6ECE-A7C3-455A-82CB-95D435F667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135" y="1570117"/>
                <a:ext cx="11920732" cy="5161976"/>
              </a:xfrm>
              <a:prstGeom prst="rect">
                <a:avLst/>
              </a:prstGeom>
              <a:blipFill>
                <a:blip r:embed="rId4"/>
                <a:stretch>
                  <a:fillRect l="-5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465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>
            <a:extLst>
              <a:ext uri="{FF2B5EF4-FFF2-40B4-BE49-F238E27FC236}">
                <a16:creationId xmlns:a16="http://schemas.microsoft.com/office/drawing/2014/main" id="{2620B7BE-C6BF-4E6D-9807-76C26AF8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479" y="1621498"/>
            <a:ext cx="5830953" cy="435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88346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Residual Diagnostics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Validating Model Assumptions and Information Capture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CDB3FA6-F4B9-4B71-BFDE-81C3D584C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700" y="1458763"/>
                <a:ext cx="6138343" cy="50629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Independence and Randomness:</a:t>
                </a:r>
                <a:r>
                  <a:rPr lang="en-US" altLang="en-US" sz="1900" dirty="0">
                    <a:latin typeface="CMU Sans Serif" panose="02000603000000000000"/>
                  </a:rPr>
                  <a:t>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1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s-MX" altLang="en-US" sz="1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s-MX" altLang="en-US" sz="1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s-MX" altLang="en-US" sz="19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s-MX" altLang="en-US" sz="19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are random as white noise; any correlation or temporal pattern indicates a failure to capture systematic information.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Constant Variance (Homoscedasticity):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Verifying that the error spread remains uniform across the entire operational range, ensuring the model's reliability is consistent for both small and large scale predictions.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Normality of the Error Distribution: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Confirming that residuals follow a Normal distribution centered at zero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kumimoji="0" lang="es-MX" altLang="en-US" sz="19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s-MX" altLang="en-US" sz="19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s-MX" altLang="en-US" sz="19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which is essential for the statistical validity of p-values and confidence intervals.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Zero-Mean Assumption: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Validating that the model is unbiased on average, meaning the positive and negative deviations cancel out across the entire dataset.</a:t>
                </a: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CDB3FA6-F4B9-4B71-BFDE-81C3D584C7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00" y="1458763"/>
                <a:ext cx="6138343" cy="5062924"/>
              </a:xfrm>
              <a:prstGeom prst="rect">
                <a:avLst/>
              </a:prstGeom>
              <a:blipFill>
                <a:blip r:embed="rId5"/>
                <a:stretch>
                  <a:fillRect l="-994" t="-241" r="-994" b="-156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21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Overfitting Trap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13563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Why a "Perfect" Model can be a Business Risk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0C6FC739-FDE3-4713-99DF-8E65E8536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35" y="1774701"/>
                <a:ext cx="11545230" cy="3308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Learning vs. Memorizing: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 common mistake is letting the model "memorize" historical anomalies instead of capturing the actual trend. This leads to a misleadingly high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</a:t>
                </a:r>
                <a:r>
                  <a:rPr lang="en-US" sz="1900" b="1" dirty="0"/>
                  <a:t>Model Complexity vs. Degrees of Freedom:</a:t>
                </a:r>
                <a:r>
                  <a:rPr lang="en-US" sz="1900" dirty="0"/>
                  <a:t> Using a model that is too complex for the available data size leads to a high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0" lang="es-MX" altLang="en-US" sz="19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s-MX" altLang="en-US" sz="19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in the training set that vanishes in real-world applications.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Testing with New Data: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The golden rule is to set aside a "Test" dataset. If the error spikes on data the model hasn't seen before, the model is not reliable for real-world deployment.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Simplicity over Extreme Precision: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 slightly less "accurate" but stable model is often better for decision-making than one that collapses when market conditions shift.</a:t>
                </a: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0C6FC739-FDE3-4713-99DF-8E65E8536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135" y="1774701"/>
                <a:ext cx="11545230" cy="3308598"/>
              </a:xfrm>
              <a:prstGeom prst="rect">
                <a:avLst/>
              </a:prstGeom>
              <a:blipFill>
                <a:blip r:embed="rId4"/>
                <a:stretch>
                  <a:fillRect l="-528" t="-552" r="-528" b="-27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910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Overfitting v/s Underfitting trade-off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Understanding your data before the modeling phase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1F8E8-CBC7-4A09-982A-A2DB05210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2155010"/>
            <a:ext cx="11650996" cy="4422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01B6DF-F936-4D6C-802B-1B24F9B21A16}"/>
              </a:ext>
            </a:extLst>
          </p:cNvPr>
          <p:cNvSpPr txBox="1"/>
          <p:nvPr/>
        </p:nvSpPr>
        <p:spPr>
          <a:xfrm>
            <a:off x="1182756" y="1624083"/>
            <a:ext cx="17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err="1">
                <a:latin typeface="CMU Sans Serif" panose="02000603000000000000"/>
              </a:rPr>
              <a:t>Underfitting</a:t>
            </a:r>
            <a:endParaRPr lang="en-US" sz="2400" b="1" dirty="0">
              <a:latin typeface="CMU Sans Serif" panose="0200060300000000000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6D49E-52C1-4C7C-A1CA-192AE525C959}"/>
              </a:ext>
            </a:extLst>
          </p:cNvPr>
          <p:cNvSpPr txBox="1"/>
          <p:nvPr/>
        </p:nvSpPr>
        <p:spPr>
          <a:xfrm>
            <a:off x="4904956" y="1626338"/>
            <a:ext cx="2382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err="1">
                <a:latin typeface="CMU Sans Serif" panose="02000603000000000000"/>
              </a:rPr>
              <a:t>Reasonable</a:t>
            </a:r>
            <a:r>
              <a:rPr lang="es-MX" sz="2400" b="1" dirty="0">
                <a:latin typeface="CMU Sans Serif" panose="02000603000000000000"/>
              </a:rPr>
              <a:t> </a:t>
            </a:r>
            <a:r>
              <a:rPr lang="es-MX" sz="2400" b="1" dirty="0" err="1">
                <a:latin typeface="CMU Sans Serif" panose="02000603000000000000"/>
              </a:rPr>
              <a:t>fit</a:t>
            </a:r>
            <a:endParaRPr lang="en-US" sz="2400" b="1" dirty="0">
              <a:latin typeface="CMU Sans Serif" panose="0200060300000000000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D5796-C3F4-4841-8CFD-EC0982584189}"/>
              </a:ext>
            </a:extLst>
          </p:cNvPr>
          <p:cNvSpPr txBox="1"/>
          <p:nvPr/>
        </p:nvSpPr>
        <p:spPr>
          <a:xfrm>
            <a:off x="9001538" y="1618149"/>
            <a:ext cx="17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err="1">
                <a:latin typeface="CMU Sans Serif" panose="02000603000000000000"/>
              </a:rPr>
              <a:t>Overfitting</a:t>
            </a:r>
            <a:endParaRPr lang="en-US" sz="2400" b="1" dirty="0">
              <a:latin typeface="CMU Sans Serif" panose="02000603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847108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4: </a:t>
            </a:r>
            <a:r>
              <a:rPr lang="en-US" sz="12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r>
              <a:rPr lang="es-MX" sz="1200" b="1" dirty="0">
                <a:effectLst/>
                <a:latin typeface="CMU Sans Serif" panose="02000603000000000000" pitchFamily="2" charset="0"/>
                <a:ea typeface="Arial" panose="020B0604020202020204" pitchFamily="34" charset="0"/>
              </a:rPr>
              <a:t>                    </a:t>
            </a:r>
            <a:r>
              <a:rPr lang="es-MX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CL" sz="1200" b="1" dirty="0" err="1">
                <a:latin typeface="CMU Sans Serif" panose="02000603000000000000"/>
              </a:rPr>
              <a:t>Introduction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 err="1">
                <a:latin typeface="CMU Sans Serif" panose="02000603000000000000"/>
              </a:rPr>
              <a:t>to</a:t>
            </a:r>
            <a:r>
              <a:rPr lang="es-CL" sz="1200" b="1" dirty="0">
                <a:latin typeface="CMU Sans Serif" panose="02000603000000000000"/>
              </a:rPr>
              <a:t> Machine </a:t>
            </a:r>
            <a:r>
              <a:rPr lang="es-CL" sz="1200" b="1" dirty="0" err="1">
                <a:latin typeface="CMU Sans Serif" panose="02000603000000000000"/>
              </a:rPr>
              <a:t>Learning</a:t>
            </a:r>
            <a:r>
              <a:rPr lang="es-CL" sz="1200" b="1" dirty="0">
                <a:latin typeface="CMU Sans Serif" panose="02000603000000000000"/>
              </a:rPr>
              <a:t>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Data model decision triangle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BC40CFE-81DD-4966-8605-2CE3C9F35824}"/>
              </a:ext>
            </a:extLst>
          </p:cNvPr>
          <p:cNvSpPr txBox="1"/>
          <p:nvPr/>
        </p:nvSpPr>
        <p:spPr>
          <a:xfrm>
            <a:off x="222700" y="1001815"/>
            <a:ext cx="1192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The Strategic Framework for Predictive Business Intelligence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2290" name="Picture 2" descr="How Predictive Modeling Works?">
            <a:extLst>
              <a:ext uri="{FF2B5EF4-FFF2-40B4-BE49-F238E27FC236}">
                <a16:creationId xmlns:a16="http://schemas.microsoft.com/office/drawing/2014/main" id="{8C5D24A7-944C-4F09-8FF4-9AD21B3B4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35" y="1521648"/>
            <a:ext cx="5850977" cy="418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5FAB8F35-52C3-47B6-8406-C4C66FE25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6" y="2025943"/>
            <a:ext cx="5805919" cy="326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215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736750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60980"/>
              </p:ext>
            </p:extLst>
          </p:nvPr>
        </p:nvGraphicFramePr>
        <p:xfrm>
          <a:off x="2209800" y="3712609"/>
          <a:ext cx="8509000" cy="1619250"/>
        </p:xfrm>
        <a:graphic>
          <a:graphicData uri="http://schemas.openxmlformats.org/drawingml/2006/table">
            <a:tbl>
              <a:tblPr/>
              <a:tblGrid>
                <a:gridCol w="850900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Google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Colab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ML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first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project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Regression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model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– Simple Linear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regression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model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Housing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dataset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Forecast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Performance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metrics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4: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Machine </a:t>
            </a:r>
            <a:r>
              <a:rPr lang="es-CL" sz="2800" b="1" dirty="0" err="1">
                <a:latin typeface="CMU Sans Serif" panose="02000603000000000000"/>
              </a:rPr>
              <a:t>Learning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n-US" sz="2400" b="1" dirty="0">
                <a:effectLst/>
                <a:latin typeface="CMU Sans Serif" panose="02000603000000000000"/>
                <a:ea typeface="Arial" panose="020B0604020202020204" pitchFamily="34" charset="0"/>
              </a:rPr>
              <a:t>Data Preparation and Predictive Models</a:t>
            </a:r>
            <a:endParaRPr lang="es-CL" sz="24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960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51359</TotalTime>
  <Words>3281</Words>
  <Application>Microsoft Office PowerPoint</Application>
  <PresentationFormat>Widescreen</PresentationFormat>
  <Paragraphs>268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CMU Sans Serif</vt:lpstr>
      <vt:lpstr>Helvetica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Héctor Alonso Hormazábal Vildósola</cp:lastModifiedBy>
  <cp:revision>266</cp:revision>
  <cp:lastPrinted>2025-06-20T00:00:54Z</cp:lastPrinted>
  <dcterms:created xsi:type="dcterms:W3CDTF">2020-06-17T02:23:22Z</dcterms:created>
  <dcterms:modified xsi:type="dcterms:W3CDTF">2026-03-20T20:38:01Z</dcterms:modified>
</cp:coreProperties>
</file>
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347" r:id="rId2"/>
    <p:sldId id="415" r:id="rId3"/>
    <p:sldId id="416" r:id="rId4"/>
    <p:sldId id="417" r:id="rId5"/>
    <p:sldId id="418" r:id="rId6"/>
    <p:sldId id="419" r:id="rId7"/>
    <p:sldId id="421" r:id="rId8"/>
    <p:sldId id="422" r:id="rId9"/>
    <p:sldId id="424" r:id="rId10"/>
    <p:sldId id="426" r:id="rId11"/>
  </p:sldIdLst>
  <p:sldSz cx="12192000" cy="6858000"/>
  <p:notesSz cx="7010400" cy="92964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EEEE"/>
    <a:srgbClr val="F2F2F2"/>
    <a:srgbClr val="3E7D13"/>
    <a:srgbClr val="C762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2833802-FEF1-4C79-8D5D-14CF1EAF98D9}" styleName="Estilo claro 2 - Acent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EB344D84-9AFB-497E-A393-DC336BA19D2E}" styleName="Estilo medio 3 - Énfasis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46F890A9-2807-4EBB-B81D-B2AA78EC7F39}" styleName="Estilo oscuro 2 - Énfasis 5/Énfasis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9862" autoAdjust="0"/>
    <p:restoredTop sz="93792" autoAdjust="0"/>
  </p:normalViewPr>
  <p:slideViewPr>
    <p:cSldViewPr snapToGrid="0">
      <p:cViewPr varScale="1">
        <p:scale>
          <a:sx n="64" d="100"/>
          <a:sy n="64" d="100"/>
        </p:scale>
        <p:origin x="32" y="36"/>
      </p:cViewPr>
      <p:guideLst>
        <p:guide orient="horz" pos="2137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éctor Alonso Hormazábal Vildósola" userId="b9d27978aac6e731" providerId="LiveId" clId="{D2273A24-D03C-4860-89B0-7ACAB9685CDC}"/>
    <pc:docChg chg="undo custSel addSld delSld modSld sldOrd">
      <pc:chgData name="Héctor Alonso Hormazábal Vildósola" userId="b9d27978aac6e731" providerId="LiveId" clId="{D2273A24-D03C-4860-89B0-7ACAB9685CDC}" dt="2026-04-25T10:03:31.781" v="2214" actId="20577"/>
      <pc:docMkLst>
        <pc:docMk/>
      </pc:docMkLst>
      <pc:sldChg chg="addSp delSp modSp mod">
        <pc:chgData name="Héctor Alonso Hormazábal Vildósola" userId="b9d27978aac6e731" providerId="LiveId" clId="{D2273A24-D03C-4860-89B0-7ACAB9685CDC}" dt="2026-04-25T03:33:13.731" v="44" actId="2711"/>
        <pc:sldMkLst>
          <pc:docMk/>
          <pc:sldMk cId="3612186208" sldId="347"/>
        </pc:sldMkLst>
        <pc:spChg chg="mod">
          <ac:chgData name="Héctor Alonso Hormazábal Vildósola" userId="b9d27978aac6e731" providerId="LiveId" clId="{D2273A24-D03C-4860-89B0-7ACAB9685CDC}" dt="2026-04-25T03:33:13.731" v="44" actId="2711"/>
          <ac:spMkLst>
            <pc:docMk/>
            <pc:sldMk cId="3612186208" sldId="347"/>
            <ac:spMk id="7" creationId="{794F2F35-203D-41CB-8506-3752C0BD239E}"/>
          </ac:spMkLst>
        </pc:spChg>
        <pc:spChg chg="add del">
          <ac:chgData name="Héctor Alonso Hormazábal Vildósola" userId="b9d27978aac6e731" providerId="LiveId" clId="{D2273A24-D03C-4860-89B0-7ACAB9685CDC}" dt="2026-04-25T03:25:37.956" v="19" actId="22"/>
          <ac:spMkLst>
            <pc:docMk/>
            <pc:sldMk cId="3612186208" sldId="347"/>
            <ac:spMk id="11" creationId="{A488F6C3-0135-45B2-874C-B919F487AD01}"/>
          </ac:spMkLst>
        </pc:spChg>
        <pc:spChg chg="add mod">
          <ac:chgData name="Héctor Alonso Hormazábal Vildósola" userId="b9d27978aac6e731" providerId="LiveId" clId="{D2273A24-D03C-4860-89B0-7ACAB9685CDC}" dt="2026-04-25T03:30:39.239" v="33"/>
          <ac:spMkLst>
            <pc:docMk/>
            <pc:sldMk cId="3612186208" sldId="347"/>
            <ac:spMk id="14" creationId="{22C1A953-D66F-4865-978D-6FD9CB0A38DD}"/>
          </ac:spMkLst>
        </pc:spChg>
      </pc:sldChg>
      <pc:sldChg chg="modSp mod">
        <pc:chgData name="Héctor Alonso Hormazábal Vildósola" userId="b9d27978aac6e731" providerId="LiveId" clId="{D2273A24-D03C-4860-89B0-7ACAB9685CDC}" dt="2026-04-25T10:03:31.781" v="2214" actId="20577"/>
        <pc:sldMkLst>
          <pc:docMk/>
          <pc:sldMk cId="1995537604" sldId="398"/>
        </pc:sldMkLst>
        <pc:spChg chg="mod">
          <ac:chgData name="Héctor Alonso Hormazábal Vildósola" userId="b9d27978aac6e731" providerId="LiveId" clId="{D2273A24-D03C-4860-89B0-7ACAB9685CDC}" dt="2026-04-25T03:30:30.503" v="31" actId="1076"/>
          <ac:spMkLst>
            <pc:docMk/>
            <pc:sldMk cId="1995537604" sldId="398"/>
            <ac:spMk id="5" creationId="{BDBB5863-274C-24CA-8D66-BA51A8842EBF}"/>
          </ac:spMkLst>
        </pc:spChg>
        <pc:graphicFrameChg chg="modGraphic">
          <ac:chgData name="Héctor Alonso Hormazábal Vildósola" userId="b9d27978aac6e731" providerId="LiveId" clId="{D2273A24-D03C-4860-89B0-7ACAB9685CDC}" dt="2026-04-25T10:03:31.781" v="2214" actId="20577"/>
          <ac:graphicFrameMkLst>
            <pc:docMk/>
            <pc:sldMk cId="1995537604" sldId="398"/>
            <ac:graphicFrameMk id="3" creationId="{64652A2A-F914-890D-329C-11AC45BFAF16}"/>
          </ac:graphicFrameMkLst>
        </pc:graphicFrameChg>
      </pc:sldChg>
      <pc:sldChg chg="addSp delSp modSp mod">
        <pc:chgData name="Héctor Alonso Hormazábal Vildósola" userId="b9d27978aac6e731" providerId="LiveId" clId="{D2273A24-D03C-4860-89B0-7ACAB9685CDC}" dt="2026-04-25T04:00:49.656" v="360" actId="1076"/>
        <pc:sldMkLst>
          <pc:docMk/>
          <pc:sldMk cId="2472915426" sldId="415"/>
        </pc:sldMkLst>
        <pc:spChg chg="add mod">
          <ac:chgData name="Héctor Alonso Hormazábal Vildósola" userId="b9d27978aac6e731" providerId="LiveId" clId="{D2273A24-D03C-4860-89B0-7ACAB9685CDC}" dt="2026-04-25T04:00:29.515" v="355" actId="14100"/>
          <ac:spMkLst>
            <pc:docMk/>
            <pc:sldMk cId="2472915426" sldId="415"/>
            <ac:spMk id="3" creationId="{C12972D4-95C9-49FD-AB8C-484345006347}"/>
          </ac:spMkLst>
        </pc:spChg>
        <pc:spChg chg="add del mod">
          <ac:chgData name="Héctor Alonso Hormazábal Vildósola" userId="b9d27978aac6e731" providerId="LiveId" clId="{D2273A24-D03C-4860-89B0-7ACAB9685CDC}" dt="2026-04-25T03:43:17.298" v="106" actId="478"/>
          <ac:spMkLst>
            <pc:docMk/>
            <pc:sldMk cId="2472915426" sldId="415"/>
            <ac:spMk id="4" creationId="{19CEA4B5-D466-45CC-859C-49025501392E}"/>
          </ac:spMkLst>
        </pc:spChg>
        <pc:spChg chg="del">
          <ac:chgData name="Héctor Alonso Hormazábal Vildósola" userId="b9d27978aac6e731" providerId="LiveId" clId="{D2273A24-D03C-4860-89B0-7ACAB9685CDC}" dt="2026-04-24T21:11:20.236" v="0" actId="478"/>
          <ac:spMkLst>
            <pc:docMk/>
            <pc:sldMk cId="2472915426" sldId="415"/>
            <ac:spMk id="5" creationId="{080CDC08-ED67-454A-B65C-69EB1EE0C716}"/>
          </ac:spMkLst>
        </pc:spChg>
        <pc:spChg chg="del mod">
          <ac:chgData name="Héctor Alonso Hormazábal Vildósola" userId="b9d27978aac6e731" providerId="LiveId" clId="{D2273A24-D03C-4860-89B0-7ACAB9685CDC}" dt="2026-04-25T03:30:54.107" v="37" actId="478"/>
          <ac:spMkLst>
            <pc:docMk/>
            <pc:sldMk cId="2472915426" sldId="415"/>
            <ac:spMk id="6" creationId="{DB013D7C-6910-324A-931E-2860916070EC}"/>
          </ac:spMkLst>
        </pc:spChg>
        <pc:spChg chg="mod">
          <ac:chgData name="Héctor Alonso Hormazábal Vildósola" userId="b9d27978aac6e731" providerId="LiveId" clId="{D2273A24-D03C-4860-89B0-7ACAB9685CDC}" dt="2026-04-25T03:33:36.599" v="58" actId="20577"/>
          <ac:spMkLst>
            <pc:docMk/>
            <pc:sldMk cId="2472915426" sldId="415"/>
            <ac:spMk id="7" creationId="{1616B852-63A6-4684-9357-AC52515CBAE6}"/>
          </ac:spMkLst>
        </pc:spChg>
        <pc:spChg chg="add del mod">
          <ac:chgData name="Héctor Alonso Hormazábal Vildósola" userId="b9d27978aac6e731" providerId="LiveId" clId="{D2273A24-D03C-4860-89B0-7ACAB9685CDC}" dt="2026-04-25T03:30:51.004" v="35"/>
          <ac:spMkLst>
            <pc:docMk/>
            <pc:sldMk cId="2472915426" sldId="415"/>
            <ac:spMk id="8" creationId="{DE9BFACC-52C7-45C0-8962-E2A47F1FA53A}"/>
          </ac:spMkLst>
        </pc:spChg>
        <pc:spChg chg="add mod">
          <ac:chgData name="Héctor Alonso Hormazábal Vildósola" userId="b9d27978aac6e731" providerId="LiveId" clId="{D2273A24-D03C-4860-89B0-7ACAB9685CDC}" dt="2026-04-25T03:30:56.158" v="38"/>
          <ac:spMkLst>
            <pc:docMk/>
            <pc:sldMk cId="2472915426" sldId="415"/>
            <ac:spMk id="9" creationId="{F40B9326-F613-4967-9B58-061B79464E3A}"/>
          </ac:spMkLst>
        </pc:spChg>
        <pc:picChg chg="add del mod">
          <ac:chgData name="Héctor Alonso Hormazábal Vildósola" userId="b9d27978aac6e731" providerId="LiveId" clId="{D2273A24-D03C-4860-89B0-7ACAB9685CDC}" dt="2026-04-25T03:54:22.807" v="256" actId="478"/>
          <ac:picMkLst>
            <pc:docMk/>
            <pc:sldMk cId="2472915426" sldId="415"/>
            <ac:picMk id="1027" creationId="{697CD351-2052-4417-B31A-E29FA0FD329F}"/>
          </ac:picMkLst>
        </pc:picChg>
        <pc:picChg chg="del">
          <ac:chgData name="Héctor Alonso Hormazábal Vildósola" userId="b9d27978aac6e731" providerId="LiveId" clId="{D2273A24-D03C-4860-89B0-7ACAB9685CDC}" dt="2026-04-24T21:11:22.307" v="1" actId="478"/>
          <ac:picMkLst>
            <pc:docMk/>
            <pc:sldMk cId="2472915426" sldId="415"/>
            <ac:picMk id="1027" creationId="{C3FCBF35-2013-40F3-BB04-6402F3D79D0B}"/>
          </ac:picMkLst>
        </pc:picChg>
        <pc:picChg chg="add mod">
          <ac:chgData name="Héctor Alonso Hormazábal Vildósola" userId="b9d27978aac6e731" providerId="LiveId" clId="{D2273A24-D03C-4860-89B0-7ACAB9685CDC}" dt="2026-04-25T04:00:49.656" v="360" actId="1076"/>
          <ac:picMkLst>
            <pc:docMk/>
            <pc:sldMk cId="2472915426" sldId="415"/>
            <ac:picMk id="1029" creationId="{63579D42-08A5-471B-9134-18D011DB8C85}"/>
          </ac:picMkLst>
        </pc:picChg>
      </pc:sldChg>
      <pc:sldChg chg="del">
        <pc:chgData name="Héctor Alonso Hormazábal Vildósola" userId="b9d27978aac6e731" providerId="LiveId" clId="{D2273A24-D03C-4860-89B0-7ACAB9685CDC}" dt="2026-04-24T21:11:26.237" v="2" actId="47"/>
        <pc:sldMkLst>
          <pc:docMk/>
          <pc:sldMk cId="2502597907" sldId="436"/>
        </pc:sldMkLst>
      </pc:sldChg>
      <pc:sldChg chg="del">
        <pc:chgData name="Héctor Alonso Hormazábal Vildósola" userId="b9d27978aac6e731" providerId="LiveId" clId="{D2273A24-D03C-4860-89B0-7ACAB9685CDC}" dt="2026-04-24T21:11:26.359" v="3" actId="47"/>
        <pc:sldMkLst>
          <pc:docMk/>
          <pc:sldMk cId="1641930268" sldId="437"/>
        </pc:sldMkLst>
      </pc:sldChg>
      <pc:sldChg chg="del">
        <pc:chgData name="Héctor Alonso Hormazábal Vildósola" userId="b9d27978aac6e731" providerId="LiveId" clId="{D2273A24-D03C-4860-89B0-7ACAB9685CDC}" dt="2026-04-24T21:11:26.632" v="4" actId="47"/>
        <pc:sldMkLst>
          <pc:docMk/>
          <pc:sldMk cId="1543918204" sldId="438"/>
        </pc:sldMkLst>
      </pc:sldChg>
      <pc:sldChg chg="del">
        <pc:chgData name="Héctor Alonso Hormazábal Vildósola" userId="b9d27978aac6e731" providerId="LiveId" clId="{D2273A24-D03C-4860-89B0-7ACAB9685CDC}" dt="2026-04-24T21:11:26.715" v="5" actId="47"/>
        <pc:sldMkLst>
          <pc:docMk/>
          <pc:sldMk cId="865393244" sldId="439"/>
        </pc:sldMkLst>
      </pc:sldChg>
      <pc:sldChg chg="del">
        <pc:chgData name="Héctor Alonso Hormazábal Vildósola" userId="b9d27978aac6e731" providerId="LiveId" clId="{D2273A24-D03C-4860-89B0-7ACAB9685CDC}" dt="2026-04-24T21:11:26.948" v="6" actId="47"/>
        <pc:sldMkLst>
          <pc:docMk/>
          <pc:sldMk cId="1386246225" sldId="440"/>
        </pc:sldMkLst>
      </pc:sldChg>
      <pc:sldChg chg="del">
        <pc:chgData name="Héctor Alonso Hormazábal Vildósola" userId="b9d27978aac6e731" providerId="LiveId" clId="{D2273A24-D03C-4860-89B0-7ACAB9685CDC}" dt="2026-04-24T21:11:27.013" v="7" actId="47"/>
        <pc:sldMkLst>
          <pc:docMk/>
          <pc:sldMk cId="3387648126" sldId="441"/>
        </pc:sldMkLst>
      </pc:sldChg>
      <pc:sldChg chg="del">
        <pc:chgData name="Héctor Alonso Hormazábal Vildósola" userId="b9d27978aac6e731" providerId="LiveId" clId="{D2273A24-D03C-4860-89B0-7ACAB9685CDC}" dt="2026-04-24T21:11:27.204" v="8" actId="47"/>
        <pc:sldMkLst>
          <pc:docMk/>
          <pc:sldMk cId="1936271266" sldId="442"/>
        </pc:sldMkLst>
      </pc:sldChg>
      <pc:sldChg chg="del">
        <pc:chgData name="Héctor Alonso Hormazábal Vildósola" userId="b9d27978aac6e731" providerId="LiveId" clId="{D2273A24-D03C-4860-89B0-7ACAB9685CDC}" dt="2026-04-24T21:11:27.436" v="9" actId="47"/>
        <pc:sldMkLst>
          <pc:docMk/>
          <pc:sldMk cId="2542825168" sldId="443"/>
        </pc:sldMkLst>
      </pc:sldChg>
      <pc:sldChg chg="del">
        <pc:chgData name="Héctor Alonso Hormazábal Vildósola" userId="b9d27978aac6e731" providerId="LiveId" clId="{D2273A24-D03C-4860-89B0-7ACAB9685CDC}" dt="2026-04-24T21:11:27.510" v="10" actId="47"/>
        <pc:sldMkLst>
          <pc:docMk/>
          <pc:sldMk cId="514231515" sldId="444"/>
        </pc:sldMkLst>
      </pc:sldChg>
      <pc:sldChg chg="del">
        <pc:chgData name="Héctor Alonso Hormazábal Vildósola" userId="b9d27978aac6e731" providerId="LiveId" clId="{D2273A24-D03C-4860-89B0-7ACAB9685CDC}" dt="2026-04-24T21:11:27.690" v="11" actId="47"/>
        <pc:sldMkLst>
          <pc:docMk/>
          <pc:sldMk cId="2798334163" sldId="445"/>
        </pc:sldMkLst>
      </pc:sldChg>
      <pc:sldChg chg="addSp modSp mod">
        <pc:chgData name="Héctor Alonso Hormazábal Vildósola" userId="b9d27978aac6e731" providerId="LiveId" clId="{D2273A24-D03C-4860-89B0-7ACAB9685CDC}" dt="2026-04-25T03:31:17.181" v="40" actId="20577"/>
        <pc:sldMkLst>
          <pc:docMk/>
          <pc:sldMk cId="2119428810" sldId="446"/>
        </pc:sldMkLst>
        <pc:spChg chg="mod">
          <ac:chgData name="Héctor Alonso Hormazábal Vildósola" userId="b9d27978aac6e731" providerId="LiveId" clId="{D2273A24-D03C-4860-89B0-7ACAB9685CDC}" dt="2026-04-25T03:31:17.181" v="40" actId="20577"/>
          <ac:spMkLst>
            <pc:docMk/>
            <pc:sldMk cId="2119428810" sldId="446"/>
            <ac:spMk id="7" creationId="{794F2F35-203D-41CB-8506-3752C0BD239E}"/>
          </ac:spMkLst>
        </pc:spChg>
        <pc:spChg chg="add mod">
          <ac:chgData name="Héctor Alonso Hormazábal Vildósola" userId="b9d27978aac6e731" providerId="LiveId" clId="{D2273A24-D03C-4860-89B0-7ACAB9685CDC}" dt="2026-04-25T03:30:33.039" v="32"/>
          <ac:spMkLst>
            <pc:docMk/>
            <pc:sldMk cId="2119428810" sldId="446"/>
            <ac:spMk id="11" creationId="{9B1F4251-9D71-4EFC-85DE-40B136DAB136}"/>
          </ac:spMkLst>
        </pc:spChg>
        <pc:picChg chg="add mod">
          <ac:chgData name="Héctor Alonso Hormazábal Vildósola" userId="b9d27978aac6e731" providerId="LiveId" clId="{D2273A24-D03C-4860-89B0-7ACAB9685CDC}" dt="2026-04-25T03:30:05.038" v="30"/>
          <ac:picMkLst>
            <pc:docMk/>
            <pc:sldMk cId="2119428810" sldId="446"/>
            <ac:picMk id="9" creationId="{1F22FC98-2281-4FCB-AC4F-14BB6AADE9DE}"/>
          </ac:picMkLst>
        </pc:picChg>
      </pc:sldChg>
      <pc:sldChg chg="addSp delSp modSp add mod">
        <pc:chgData name="Héctor Alonso Hormazábal Vildósola" userId="b9d27978aac6e731" providerId="LiveId" clId="{D2273A24-D03C-4860-89B0-7ACAB9685CDC}" dt="2026-04-25T03:58:10.582" v="354" actId="20577"/>
        <pc:sldMkLst>
          <pc:docMk/>
          <pc:sldMk cId="519628467" sldId="447"/>
        </pc:sldMkLst>
        <pc:spChg chg="del mod">
          <ac:chgData name="Héctor Alonso Hormazábal Vildósola" userId="b9d27978aac6e731" providerId="LiveId" clId="{D2273A24-D03C-4860-89B0-7ACAB9685CDC}" dt="2026-04-25T03:54:30.399" v="259" actId="478"/>
          <ac:spMkLst>
            <pc:docMk/>
            <pc:sldMk cId="519628467" sldId="447"/>
            <ac:spMk id="3" creationId="{C12972D4-95C9-49FD-AB8C-484345006347}"/>
          </ac:spMkLst>
        </pc:spChg>
        <pc:spChg chg="mod">
          <ac:chgData name="Héctor Alonso Hormazábal Vildósola" userId="b9d27978aac6e731" providerId="LiveId" clId="{D2273A24-D03C-4860-89B0-7ACAB9685CDC}" dt="2026-04-25T03:58:10.582" v="354" actId="20577"/>
          <ac:spMkLst>
            <pc:docMk/>
            <pc:sldMk cId="519628467" sldId="447"/>
            <ac:spMk id="7" creationId="{1616B852-63A6-4684-9357-AC52515CBAE6}"/>
          </ac:spMkLst>
        </pc:spChg>
        <pc:spChg chg="add del">
          <ac:chgData name="Héctor Alonso Hormazábal Vildósola" userId="b9d27978aac6e731" providerId="LiveId" clId="{D2273A24-D03C-4860-89B0-7ACAB9685CDC}" dt="2026-04-25T03:54:51.535" v="263" actId="22"/>
          <ac:spMkLst>
            <pc:docMk/>
            <pc:sldMk cId="519628467" sldId="447"/>
            <ac:spMk id="8" creationId="{91AB0FFB-A0DB-4E47-99B1-FFB221E262B8}"/>
          </ac:spMkLst>
        </pc:spChg>
        <pc:picChg chg="add mod">
          <ac:chgData name="Héctor Alonso Hormazábal Vildósola" userId="b9d27978aac6e731" providerId="LiveId" clId="{D2273A24-D03C-4860-89B0-7ACAB9685CDC}" dt="2026-04-25T03:55:15.547" v="268" actId="1076"/>
          <ac:picMkLst>
            <pc:docMk/>
            <pc:sldMk cId="519628467" sldId="447"/>
            <ac:picMk id="3074" creationId="{CD205CDC-759F-45C0-A042-13806982F4FD}"/>
          </ac:picMkLst>
        </pc:picChg>
      </pc:sldChg>
      <pc:sldChg chg="add del">
        <pc:chgData name="Héctor Alonso Hormazábal Vildósola" userId="b9d27978aac6e731" providerId="LiveId" clId="{D2273A24-D03C-4860-89B0-7ACAB9685CDC}" dt="2026-04-25T03:54:38.751" v="261" actId="2696"/>
        <pc:sldMkLst>
          <pc:docMk/>
          <pc:sldMk cId="2561319074" sldId="448"/>
        </pc:sldMkLst>
      </pc:sldChg>
      <pc:sldChg chg="addSp delSp modSp add mod">
        <pc:chgData name="Héctor Alonso Hormazábal Vildósola" userId="b9d27978aac6e731" providerId="LiveId" clId="{D2273A24-D03C-4860-89B0-7ACAB9685CDC}" dt="2026-04-25T03:58:01.776" v="350" actId="20577"/>
        <pc:sldMkLst>
          <pc:docMk/>
          <pc:sldMk cId="3167192713" sldId="448"/>
        </pc:sldMkLst>
        <pc:spChg chg="mod">
          <ac:chgData name="Héctor Alonso Hormazábal Vildósola" userId="b9d27978aac6e731" providerId="LiveId" clId="{D2273A24-D03C-4860-89B0-7ACAB9685CDC}" dt="2026-04-25T03:58:01.776" v="350" actId="20577"/>
          <ac:spMkLst>
            <pc:docMk/>
            <pc:sldMk cId="3167192713" sldId="448"/>
            <ac:spMk id="7" creationId="{1616B852-63A6-4684-9357-AC52515CBAE6}"/>
          </ac:spMkLst>
        </pc:spChg>
        <pc:picChg chg="del">
          <ac:chgData name="Héctor Alonso Hormazábal Vildósola" userId="b9d27978aac6e731" providerId="LiveId" clId="{D2273A24-D03C-4860-89B0-7ACAB9685CDC}" dt="2026-04-25T03:55:27.042" v="270" actId="478"/>
          <ac:picMkLst>
            <pc:docMk/>
            <pc:sldMk cId="3167192713" sldId="448"/>
            <ac:picMk id="3074" creationId="{CD205CDC-759F-45C0-A042-13806982F4FD}"/>
          </ac:picMkLst>
        </pc:picChg>
        <pc:picChg chg="add mod">
          <ac:chgData name="Héctor Alonso Hormazábal Vildósola" userId="b9d27978aac6e731" providerId="LiveId" clId="{D2273A24-D03C-4860-89B0-7ACAB9685CDC}" dt="2026-04-25T03:55:56.642" v="277" actId="1076"/>
          <ac:picMkLst>
            <pc:docMk/>
            <pc:sldMk cId="3167192713" sldId="448"/>
            <ac:picMk id="4098" creationId="{25BDD203-7A04-41B7-ABAD-BA5BBF3F20A9}"/>
          </ac:picMkLst>
        </pc:picChg>
      </pc:sldChg>
      <pc:sldChg chg="addSp delSp modSp add mod">
        <pc:chgData name="Héctor Alonso Hormazábal Vildósola" userId="b9d27978aac6e731" providerId="LiveId" clId="{D2273A24-D03C-4860-89B0-7ACAB9685CDC}" dt="2026-04-25T04:52:05.518" v="921" actId="20577"/>
        <pc:sldMkLst>
          <pc:docMk/>
          <pc:sldMk cId="3108059457" sldId="449"/>
        </pc:sldMkLst>
        <pc:spChg chg="add mod">
          <ac:chgData name="Héctor Alonso Hormazábal Vildósola" userId="b9d27978aac6e731" providerId="LiveId" clId="{D2273A24-D03C-4860-89B0-7ACAB9685CDC}" dt="2026-04-25T04:52:05.518" v="921" actId="20577"/>
          <ac:spMkLst>
            <pc:docMk/>
            <pc:sldMk cId="3108059457" sldId="449"/>
            <ac:spMk id="3" creationId="{325867A3-B402-4065-B7E2-BFE33986D5D6}"/>
          </ac:spMkLst>
        </pc:spChg>
        <pc:spChg chg="mod">
          <ac:chgData name="Héctor Alonso Hormazábal Vildósola" userId="b9d27978aac6e731" providerId="LiveId" clId="{D2273A24-D03C-4860-89B0-7ACAB9685CDC}" dt="2026-04-25T04:01:43.234" v="421" actId="20577"/>
          <ac:spMkLst>
            <pc:docMk/>
            <pc:sldMk cId="3108059457" sldId="449"/>
            <ac:spMk id="7" creationId="{1616B852-63A6-4684-9357-AC52515CBAE6}"/>
          </ac:spMkLst>
        </pc:spChg>
        <pc:picChg chg="del">
          <ac:chgData name="Héctor Alonso Hormazábal Vildósola" userId="b9d27978aac6e731" providerId="LiveId" clId="{D2273A24-D03C-4860-89B0-7ACAB9685CDC}" dt="2026-04-25T04:01:10.220" v="362" actId="478"/>
          <ac:picMkLst>
            <pc:docMk/>
            <pc:sldMk cId="3108059457" sldId="449"/>
            <ac:picMk id="4098" creationId="{25BDD203-7A04-41B7-ABAD-BA5BBF3F20A9}"/>
          </ac:picMkLst>
        </pc:picChg>
      </pc:sldChg>
      <pc:sldChg chg="addSp delSp modSp add mod">
        <pc:chgData name="Héctor Alonso Hormazábal Vildósola" userId="b9d27978aac6e731" providerId="LiveId" clId="{D2273A24-D03C-4860-89B0-7ACAB9685CDC}" dt="2026-04-25T05:14:59.176" v="1345" actId="14100"/>
        <pc:sldMkLst>
          <pc:docMk/>
          <pc:sldMk cId="2779374389" sldId="450"/>
        </pc:sldMkLst>
        <pc:spChg chg="del">
          <ac:chgData name="Héctor Alonso Hormazábal Vildósola" userId="b9d27978aac6e731" providerId="LiveId" clId="{D2273A24-D03C-4860-89B0-7ACAB9685CDC}" dt="2026-04-25T04:33:06.647" v="818" actId="478"/>
          <ac:spMkLst>
            <pc:docMk/>
            <pc:sldMk cId="2779374389" sldId="450"/>
            <ac:spMk id="3" creationId="{325867A3-B402-4065-B7E2-BFE33986D5D6}"/>
          </ac:spMkLst>
        </pc:spChg>
        <pc:spChg chg="add mod">
          <ac:chgData name="Héctor Alonso Hormazábal Vildósola" userId="b9d27978aac6e731" providerId="LiveId" clId="{D2273A24-D03C-4860-89B0-7ACAB9685CDC}" dt="2026-04-25T05:14:59.176" v="1345" actId="14100"/>
          <ac:spMkLst>
            <pc:docMk/>
            <pc:sldMk cId="2779374389" sldId="450"/>
            <ac:spMk id="4" creationId="{A99D8B94-4702-4E17-9433-1DBA67BC9276}"/>
          </ac:spMkLst>
        </pc:spChg>
        <pc:spChg chg="mod">
          <ac:chgData name="Héctor Alonso Hormazábal Vildósola" userId="b9d27978aac6e731" providerId="LiveId" clId="{D2273A24-D03C-4860-89B0-7ACAB9685CDC}" dt="2026-04-25T04:48:47.851" v="842" actId="20577"/>
          <ac:spMkLst>
            <pc:docMk/>
            <pc:sldMk cId="2779374389" sldId="450"/>
            <ac:spMk id="7" creationId="{1616B852-63A6-4684-9357-AC52515CBAE6}"/>
          </ac:spMkLst>
        </pc:spChg>
      </pc:sldChg>
      <pc:sldChg chg="modSp add mod">
        <pc:chgData name="Héctor Alonso Hormazábal Vildósola" userId="b9d27978aac6e731" providerId="LiveId" clId="{D2273A24-D03C-4860-89B0-7ACAB9685CDC}" dt="2026-04-25T05:26:29.927" v="1565" actId="20577"/>
        <pc:sldMkLst>
          <pc:docMk/>
          <pc:sldMk cId="2331872819" sldId="451"/>
        </pc:sldMkLst>
        <pc:spChg chg="mod">
          <ac:chgData name="Héctor Alonso Hormazábal Vildósola" userId="b9d27978aac6e731" providerId="LiveId" clId="{D2273A24-D03C-4860-89B0-7ACAB9685CDC}" dt="2026-04-25T05:26:29.927" v="1565" actId="20577"/>
          <ac:spMkLst>
            <pc:docMk/>
            <pc:sldMk cId="2331872819" sldId="451"/>
            <ac:spMk id="4" creationId="{A99D8B94-4702-4E17-9433-1DBA67BC9276}"/>
          </ac:spMkLst>
        </pc:spChg>
        <pc:spChg chg="mod">
          <ac:chgData name="Héctor Alonso Hormazábal Vildósola" userId="b9d27978aac6e731" providerId="LiveId" clId="{D2273A24-D03C-4860-89B0-7ACAB9685CDC}" dt="2026-04-25T05:13:48.839" v="1340" actId="20577"/>
          <ac:spMkLst>
            <pc:docMk/>
            <pc:sldMk cId="2331872819" sldId="451"/>
            <ac:spMk id="7" creationId="{1616B852-63A6-4684-9357-AC52515CBAE6}"/>
          </ac:spMkLst>
        </pc:spChg>
      </pc:sldChg>
      <pc:sldChg chg="addSp delSp modSp add mod">
        <pc:chgData name="Héctor Alonso Hormazábal Vildósola" userId="b9d27978aac6e731" providerId="LiveId" clId="{D2273A24-D03C-4860-89B0-7ACAB9685CDC}" dt="2026-04-25T05:34:09.792" v="1590" actId="1076"/>
        <pc:sldMkLst>
          <pc:docMk/>
          <pc:sldMk cId="619094567" sldId="452"/>
        </pc:sldMkLst>
        <pc:spChg chg="del">
          <ac:chgData name="Héctor Alonso Hormazábal Vildósola" userId="b9d27978aac6e731" providerId="LiveId" clId="{D2273A24-D03C-4860-89B0-7ACAB9685CDC}" dt="2026-04-25T05:28:27.800" v="1567" actId="478"/>
          <ac:spMkLst>
            <pc:docMk/>
            <pc:sldMk cId="619094567" sldId="452"/>
            <ac:spMk id="3" creationId="{325867A3-B402-4065-B7E2-BFE33986D5D6}"/>
          </ac:spMkLst>
        </pc:spChg>
        <pc:spChg chg="add del">
          <ac:chgData name="Héctor Alonso Hormazábal Vildósola" userId="b9d27978aac6e731" providerId="LiveId" clId="{D2273A24-D03C-4860-89B0-7ACAB9685CDC}" dt="2026-04-25T05:32:47.428" v="1580" actId="478"/>
          <ac:spMkLst>
            <pc:docMk/>
            <pc:sldMk cId="619094567" sldId="452"/>
            <ac:spMk id="4" creationId="{3108D93D-7A6F-479A-90AE-762CB3129D49}"/>
          </ac:spMkLst>
        </pc:spChg>
        <pc:spChg chg="add">
          <ac:chgData name="Héctor Alonso Hormazábal Vildósola" userId="b9d27978aac6e731" providerId="LiveId" clId="{D2273A24-D03C-4860-89B0-7ACAB9685CDC}" dt="2026-04-25T05:32:52.751" v="1581"/>
          <ac:spMkLst>
            <pc:docMk/>
            <pc:sldMk cId="619094567" sldId="452"/>
            <ac:spMk id="5" creationId="{3F6A9161-E1B6-4CB5-B0DA-D0DDCCFA4FEC}"/>
          </ac:spMkLst>
        </pc:spChg>
        <pc:spChg chg="add mod">
          <ac:chgData name="Héctor Alonso Hormazábal Vildósola" userId="b9d27978aac6e731" providerId="LiveId" clId="{D2273A24-D03C-4860-89B0-7ACAB9685CDC}" dt="2026-04-25T05:33:13.429" v="1583" actId="14100"/>
          <ac:spMkLst>
            <pc:docMk/>
            <pc:sldMk cId="619094567" sldId="452"/>
            <ac:spMk id="6" creationId="{09592433-5E57-4F82-B87B-3823FAA40022}"/>
          </ac:spMkLst>
        </pc:spChg>
        <pc:picChg chg="add del mod">
          <ac:chgData name="Héctor Alonso Hormazábal Vildósola" userId="b9d27978aac6e731" providerId="LiveId" clId="{D2273A24-D03C-4860-89B0-7ACAB9685CDC}" dt="2026-04-25T05:33:39.007" v="1587" actId="478"/>
          <ac:picMkLst>
            <pc:docMk/>
            <pc:sldMk cId="619094567" sldId="452"/>
            <ac:picMk id="10" creationId="{7E7C5DC7-4B01-4123-B438-8172480CE666}"/>
          </ac:picMkLst>
        </pc:picChg>
        <pc:picChg chg="add mod">
          <ac:chgData name="Héctor Alonso Hormazábal Vildósola" userId="b9d27978aac6e731" providerId="LiveId" clId="{D2273A24-D03C-4860-89B0-7ACAB9685CDC}" dt="2026-04-25T05:34:09.792" v="1590" actId="1076"/>
          <ac:picMkLst>
            <pc:docMk/>
            <pc:sldMk cId="619094567" sldId="452"/>
            <ac:picMk id="12" creationId="{D1F42BF5-1888-4626-9C82-BC5BDE69BB60}"/>
          </ac:picMkLst>
        </pc:picChg>
        <pc:picChg chg="add del mod">
          <ac:chgData name="Héctor Alonso Hormazábal Vildósola" userId="b9d27978aac6e731" providerId="LiveId" clId="{D2273A24-D03C-4860-89B0-7ACAB9685CDC}" dt="2026-04-25T05:32:43.201" v="1578" actId="478"/>
          <ac:picMkLst>
            <pc:docMk/>
            <pc:sldMk cId="619094567" sldId="452"/>
            <ac:picMk id="7170" creationId="{89809CAE-5347-4A8B-AC6D-771DC058F1CF}"/>
          </ac:picMkLst>
        </pc:picChg>
      </pc:sldChg>
      <pc:sldChg chg="addSp delSp modSp add mod">
        <pc:chgData name="Héctor Alonso Hormazábal Vildósola" userId="b9d27978aac6e731" providerId="LiveId" clId="{D2273A24-D03C-4860-89B0-7ACAB9685CDC}" dt="2026-04-25T05:49:08.394" v="1617" actId="1076"/>
        <pc:sldMkLst>
          <pc:docMk/>
          <pc:sldMk cId="813150826" sldId="453"/>
        </pc:sldMkLst>
        <pc:spChg chg="del">
          <ac:chgData name="Héctor Alonso Hormazábal Vildósola" userId="b9d27978aac6e731" providerId="LiveId" clId="{D2273A24-D03C-4860-89B0-7ACAB9685CDC}" dt="2026-04-25T05:28:38.202" v="1569" actId="478"/>
          <ac:spMkLst>
            <pc:docMk/>
            <pc:sldMk cId="813150826" sldId="453"/>
            <ac:spMk id="4" creationId="{A99D8B94-4702-4E17-9433-1DBA67BC9276}"/>
          </ac:spMkLst>
        </pc:spChg>
        <pc:picChg chg="add del mod">
          <ac:chgData name="Héctor Alonso Hormazábal Vildósola" userId="b9d27978aac6e731" providerId="LiveId" clId="{D2273A24-D03C-4860-89B0-7ACAB9685CDC}" dt="2026-04-25T05:46:18.782" v="1612" actId="478"/>
          <ac:picMkLst>
            <pc:docMk/>
            <pc:sldMk cId="813150826" sldId="453"/>
            <ac:picMk id="6146" creationId="{E293C06C-C8F8-4280-A7B5-F60C204D1A6E}"/>
          </ac:picMkLst>
        </pc:picChg>
        <pc:picChg chg="add mod">
          <ac:chgData name="Héctor Alonso Hormazábal Vildósola" userId="b9d27978aac6e731" providerId="LiveId" clId="{D2273A24-D03C-4860-89B0-7ACAB9685CDC}" dt="2026-04-25T05:49:08.394" v="1617" actId="1076"/>
          <ac:picMkLst>
            <pc:docMk/>
            <pc:sldMk cId="813150826" sldId="453"/>
            <ac:picMk id="6148" creationId="{E953EA40-E5D2-4C51-907E-74FAC2755BC0}"/>
          </ac:picMkLst>
        </pc:picChg>
      </pc:sldChg>
      <pc:sldChg chg="addSp delSp modSp add mod">
        <pc:chgData name="Héctor Alonso Hormazábal Vildósola" userId="b9d27978aac6e731" providerId="LiveId" clId="{D2273A24-D03C-4860-89B0-7ACAB9685CDC}" dt="2026-04-25T05:43:49.118" v="1611" actId="1076"/>
        <pc:sldMkLst>
          <pc:docMk/>
          <pc:sldMk cId="194524035" sldId="454"/>
        </pc:sldMkLst>
        <pc:spChg chg="del">
          <ac:chgData name="Héctor Alonso Hormazábal Vildósola" userId="b9d27978aac6e731" providerId="LiveId" clId="{D2273A24-D03C-4860-89B0-7ACAB9685CDC}" dt="2026-04-25T05:28:49.054" v="1571" actId="478"/>
          <ac:spMkLst>
            <pc:docMk/>
            <pc:sldMk cId="194524035" sldId="454"/>
            <ac:spMk id="4" creationId="{A99D8B94-4702-4E17-9433-1DBA67BC9276}"/>
          </ac:spMkLst>
        </pc:spChg>
        <pc:picChg chg="add del mod">
          <ac:chgData name="Héctor Alonso Hormazábal Vildósola" userId="b9d27978aac6e731" providerId="LiveId" clId="{D2273A24-D03C-4860-89B0-7ACAB9685CDC}" dt="2026-04-25T05:43:21.222" v="1602" actId="478"/>
          <ac:picMkLst>
            <pc:docMk/>
            <pc:sldMk cId="194524035" sldId="454"/>
            <ac:picMk id="5" creationId="{53E28650-7ABD-4FD4-BFA3-B5F61B9A4A58}"/>
          </ac:picMkLst>
        </pc:picChg>
        <pc:picChg chg="add mod">
          <ac:chgData name="Héctor Alonso Hormazábal Vildósola" userId="b9d27978aac6e731" providerId="LiveId" clId="{D2273A24-D03C-4860-89B0-7ACAB9685CDC}" dt="2026-04-25T05:43:49.118" v="1611" actId="1076"/>
          <ac:picMkLst>
            <pc:docMk/>
            <pc:sldMk cId="194524035" sldId="454"/>
            <ac:picMk id="5122" creationId="{9F8873DA-83B4-4713-9BF3-7916465E1D05}"/>
          </ac:picMkLst>
        </pc:picChg>
      </pc:sldChg>
      <pc:sldChg chg="addSp delSp modSp add mod">
        <pc:chgData name="Héctor Alonso Hormazábal Vildósola" userId="b9d27978aac6e731" providerId="LiveId" clId="{D2273A24-D03C-4860-89B0-7ACAB9685CDC}" dt="2026-04-25T09:57:31.621" v="2004" actId="404"/>
        <pc:sldMkLst>
          <pc:docMk/>
          <pc:sldMk cId="1028205039" sldId="455"/>
        </pc:sldMkLst>
        <pc:spChg chg="add del mod">
          <ac:chgData name="Héctor Alonso Hormazábal Vildósola" userId="b9d27978aac6e731" providerId="LiveId" clId="{D2273A24-D03C-4860-89B0-7ACAB9685CDC}" dt="2026-04-25T05:50:48.317" v="1630" actId="478"/>
          <ac:spMkLst>
            <pc:docMk/>
            <pc:sldMk cId="1028205039" sldId="455"/>
            <ac:spMk id="3" creationId="{BEAB5EF9-2801-4138-B7CF-9B8718C6B6BF}"/>
          </ac:spMkLst>
        </pc:spChg>
        <pc:spChg chg="add del">
          <ac:chgData name="Héctor Alonso Hormazábal Vildósola" userId="b9d27978aac6e731" providerId="LiveId" clId="{D2273A24-D03C-4860-89B0-7ACAB9685CDC}" dt="2026-04-25T05:50:26.105" v="1626"/>
          <ac:spMkLst>
            <pc:docMk/>
            <pc:sldMk cId="1028205039" sldId="455"/>
            <ac:spMk id="4" creationId="{2AB7F3C1-AD8B-42A9-B4D8-4071D1447D3F}"/>
          </ac:spMkLst>
        </pc:spChg>
        <pc:spChg chg="add del">
          <ac:chgData name="Héctor Alonso Hormazábal Vildósola" userId="b9d27978aac6e731" providerId="LiveId" clId="{D2273A24-D03C-4860-89B0-7ACAB9685CDC}" dt="2026-04-25T05:50:45.890" v="1629"/>
          <ac:spMkLst>
            <pc:docMk/>
            <pc:sldMk cId="1028205039" sldId="455"/>
            <ac:spMk id="5" creationId="{99392A60-E4FE-4AD2-B33F-A634C2213D3C}"/>
          </ac:spMkLst>
        </pc:spChg>
        <pc:spChg chg="add del mod">
          <ac:chgData name="Héctor Alonso Hormazábal Vildósola" userId="b9d27978aac6e731" providerId="LiveId" clId="{D2273A24-D03C-4860-89B0-7ACAB9685CDC}" dt="2026-04-25T05:51:06.440" v="1634" actId="478"/>
          <ac:spMkLst>
            <pc:docMk/>
            <pc:sldMk cId="1028205039" sldId="455"/>
            <ac:spMk id="6" creationId="{B44323AF-DFEB-4327-8C22-0778F93B31FC}"/>
          </ac:spMkLst>
        </pc:spChg>
        <pc:spChg chg="mod">
          <ac:chgData name="Héctor Alonso Hormazábal Vildósola" userId="b9d27978aac6e731" providerId="LiveId" clId="{D2273A24-D03C-4860-89B0-7ACAB9685CDC}" dt="2026-04-25T05:49:47.487" v="1622" actId="113"/>
          <ac:spMkLst>
            <pc:docMk/>
            <pc:sldMk cId="1028205039" sldId="455"/>
            <ac:spMk id="7" creationId="{1616B852-63A6-4684-9357-AC52515CBAE6}"/>
          </ac:spMkLst>
        </pc:spChg>
        <pc:spChg chg="add mod">
          <ac:chgData name="Héctor Alonso Hormazábal Vildósola" userId="b9d27978aac6e731" providerId="LiveId" clId="{D2273A24-D03C-4860-89B0-7ACAB9685CDC}" dt="2026-04-25T05:53:25.770" v="1646" actId="20577"/>
          <ac:spMkLst>
            <pc:docMk/>
            <pc:sldMk cId="1028205039" sldId="455"/>
            <ac:spMk id="8" creationId="{ABFD3DE1-47E3-4BE5-A9BF-0AA3624EECB5}"/>
          </ac:spMkLst>
        </pc:spChg>
        <pc:graphicFrameChg chg="add del mod modGraphic">
          <ac:chgData name="Héctor Alonso Hormazábal Vildósola" userId="b9d27978aac6e731" providerId="LiveId" clId="{D2273A24-D03C-4860-89B0-7ACAB9685CDC}" dt="2026-04-25T06:52:17.517" v="1902" actId="478"/>
          <ac:graphicFrameMkLst>
            <pc:docMk/>
            <pc:sldMk cId="1028205039" sldId="455"/>
            <ac:graphicFrameMk id="10" creationId="{E484306E-6D90-44AF-96D2-1C02533E2D3C}"/>
          </ac:graphicFrameMkLst>
        </pc:graphicFrameChg>
        <pc:graphicFrameChg chg="add mod modGraphic">
          <ac:chgData name="Héctor Alonso Hormazábal Vildósola" userId="b9d27978aac6e731" providerId="LiveId" clId="{D2273A24-D03C-4860-89B0-7ACAB9685CDC}" dt="2026-04-25T09:57:31.621" v="2004" actId="404"/>
          <ac:graphicFrameMkLst>
            <pc:docMk/>
            <pc:sldMk cId="1028205039" sldId="455"/>
            <ac:graphicFrameMk id="11" creationId="{D3814C4F-E658-4C5B-8D82-7426DC34E999}"/>
          </ac:graphicFrameMkLst>
        </pc:graphicFrameChg>
        <pc:picChg chg="del">
          <ac:chgData name="Héctor Alonso Hormazábal Vildósola" userId="b9d27978aac6e731" providerId="LiveId" clId="{D2273A24-D03C-4860-89B0-7ACAB9685CDC}" dt="2026-04-25T05:49:18.860" v="1619" actId="478"/>
          <ac:picMkLst>
            <pc:docMk/>
            <pc:sldMk cId="1028205039" sldId="455"/>
            <ac:picMk id="5122" creationId="{9F8873DA-83B4-4713-9BF3-7916465E1D05}"/>
          </ac:picMkLst>
        </pc:picChg>
      </pc:sldChg>
      <pc:sldChg chg="addSp delSp modSp add mod">
        <pc:chgData name="Héctor Alonso Hormazábal Vildósola" userId="b9d27978aac6e731" providerId="LiveId" clId="{D2273A24-D03C-4860-89B0-7ACAB9685CDC}" dt="2026-04-25T06:55:13.320" v="1924" actId="123"/>
        <pc:sldMkLst>
          <pc:docMk/>
          <pc:sldMk cId="4291279322" sldId="456"/>
        </pc:sldMkLst>
        <pc:spChg chg="mod">
          <ac:chgData name="Héctor Alonso Hormazábal Vildósola" userId="b9d27978aac6e731" providerId="LiveId" clId="{D2273A24-D03C-4860-89B0-7ACAB9685CDC}" dt="2026-04-25T05:59:39.721" v="1653" actId="113"/>
          <ac:spMkLst>
            <pc:docMk/>
            <pc:sldMk cId="4291279322" sldId="456"/>
            <ac:spMk id="7" creationId="{1616B852-63A6-4684-9357-AC52515CBAE6}"/>
          </ac:spMkLst>
        </pc:spChg>
        <pc:spChg chg="mod">
          <ac:chgData name="Héctor Alonso Hormazábal Vildósola" userId="b9d27978aac6e731" providerId="LiveId" clId="{D2273A24-D03C-4860-89B0-7ACAB9685CDC}" dt="2026-04-25T06:00:36.747" v="1663" actId="123"/>
          <ac:spMkLst>
            <pc:docMk/>
            <pc:sldMk cId="4291279322" sldId="456"/>
            <ac:spMk id="8" creationId="{ABFD3DE1-47E3-4BE5-A9BF-0AA3624EECB5}"/>
          </ac:spMkLst>
        </pc:spChg>
        <pc:graphicFrameChg chg="add del mod modGraphic">
          <ac:chgData name="Héctor Alonso Hormazábal Vildósola" userId="b9d27978aac6e731" providerId="LiveId" clId="{D2273A24-D03C-4860-89B0-7ACAB9685CDC}" dt="2026-04-25T06:02:12.640" v="1668" actId="478"/>
          <ac:graphicFrameMkLst>
            <pc:docMk/>
            <pc:sldMk cId="4291279322" sldId="456"/>
            <ac:graphicFrameMk id="3" creationId="{BF9113C7-4921-473B-A513-5CBDBECFCF34}"/>
          </ac:graphicFrameMkLst>
        </pc:graphicFrameChg>
        <pc:graphicFrameChg chg="add mod modGraphic">
          <ac:chgData name="Héctor Alonso Hormazábal Vildósola" userId="b9d27978aac6e731" providerId="LiveId" clId="{D2273A24-D03C-4860-89B0-7ACAB9685CDC}" dt="2026-04-25T06:55:13.320" v="1924" actId="123"/>
          <ac:graphicFrameMkLst>
            <pc:docMk/>
            <pc:sldMk cId="4291279322" sldId="456"/>
            <ac:graphicFrameMk id="4" creationId="{EE868527-68F0-499F-A565-5A76406A240A}"/>
          </ac:graphicFrameMkLst>
        </pc:graphicFrameChg>
      </pc:sldChg>
      <pc:sldChg chg="addSp delSp modSp add mod">
        <pc:chgData name="Héctor Alonso Hormazábal Vildósola" userId="b9d27978aac6e731" providerId="LiveId" clId="{D2273A24-D03C-4860-89B0-7ACAB9685CDC}" dt="2026-04-25T06:13:16.947" v="1756" actId="14100"/>
        <pc:sldMkLst>
          <pc:docMk/>
          <pc:sldMk cId="14980579" sldId="457"/>
        </pc:sldMkLst>
        <pc:spChg chg="mod">
          <ac:chgData name="Héctor Alonso Hormazábal Vildósola" userId="b9d27978aac6e731" providerId="LiveId" clId="{D2273A24-D03C-4860-89B0-7ACAB9685CDC}" dt="2026-04-25T06:08:26.799" v="1698" actId="113"/>
          <ac:spMkLst>
            <pc:docMk/>
            <pc:sldMk cId="14980579" sldId="457"/>
            <ac:spMk id="7" creationId="{1616B852-63A6-4684-9357-AC52515CBAE6}"/>
          </ac:spMkLst>
        </pc:spChg>
        <pc:spChg chg="mod">
          <ac:chgData name="Héctor Alonso Hormazábal Vildósola" userId="b9d27978aac6e731" providerId="LiveId" clId="{D2273A24-D03C-4860-89B0-7ACAB9685CDC}" dt="2026-04-25T06:13:11.308" v="1755" actId="20577"/>
          <ac:spMkLst>
            <pc:docMk/>
            <pc:sldMk cId="14980579" sldId="457"/>
            <ac:spMk id="8" creationId="{ABFD3DE1-47E3-4BE5-A9BF-0AA3624EECB5}"/>
          </ac:spMkLst>
        </pc:spChg>
        <pc:graphicFrameChg chg="add del mod modGraphic">
          <ac:chgData name="Héctor Alonso Hormazábal Vildósola" userId="b9d27978aac6e731" providerId="LiveId" clId="{D2273A24-D03C-4860-89B0-7ACAB9685CDC}" dt="2026-04-25T06:09:19.080" v="1702" actId="478"/>
          <ac:graphicFrameMkLst>
            <pc:docMk/>
            <pc:sldMk cId="14980579" sldId="457"/>
            <ac:graphicFrameMk id="3" creationId="{C865E977-CA25-4630-85F4-8318B527A5D2}"/>
          </ac:graphicFrameMkLst>
        </pc:graphicFrameChg>
        <pc:graphicFrameChg chg="del">
          <ac:chgData name="Héctor Alonso Hormazábal Vildósola" userId="b9d27978aac6e731" providerId="LiveId" clId="{D2273A24-D03C-4860-89B0-7ACAB9685CDC}" dt="2026-04-25T06:05:36.118" v="1695" actId="478"/>
          <ac:graphicFrameMkLst>
            <pc:docMk/>
            <pc:sldMk cId="14980579" sldId="457"/>
            <ac:graphicFrameMk id="4" creationId="{EE868527-68F0-499F-A565-5A76406A240A}"/>
          </ac:graphicFrameMkLst>
        </pc:graphicFrameChg>
        <pc:graphicFrameChg chg="add mod modGraphic">
          <ac:chgData name="Héctor Alonso Hormazábal Vildósola" userId="b9d27978aac6e731" providerId="LiveId" clId="{D2273A24-D03C-4860-89B0-7ACAB9685CDC}" dt="2026-04-25T06:13:16.947" v="1756" actId="14100"/>
          <ac:graphicFrameMkLst>
            <pc:docMk/>
            <pc:sldMk cId="14980579" sldId="457"/>
            <ac:graphicFrameMk id="5" creationId="{F8DD2305-58BD-41A9-BC32-A5939013630A}"/>
          </ac:graphicFrameMkLst>
        </pc:graphicFrameChg>
      </pc:sldChg>
      <pc:sldChg chg="addSp delSp modSp add mod ord">
        <pc:chgData name="Héctor Alonso Hormazábal Vildósola" userId="b9d27978aac6e731" providerId="LiveId" clId="{D2273A24-D03C-4860-89B0-7ACAB9685CDC}" dt="2026-04-25T06:46:47.666" v="1899" actId="1076"/>
        <pc:sldMkLst>
          <pc:docMk/>
          <pc:sldMk cId="3132211929" sldId="458"/>
        </pc:sldMkLst>
        <pc:spChg chg="add del mod">
          <ac:chgData name="Héctor Alonso Hormazábal Vildósola" userId="b9d27978aac6e731" providerId="LiveId" clId="{D2273A24-D03C-4860-89B0-7ACAB9685CDC}" dt="2026-04-25T06:42:10.046" v="1863" actId="478"/>
          <ac:spMkLst>
            <pc:docMk/>
            <pc:sldMk cId="3132211929" sldId="458"/>
            <ac:spMk id="3" creationId="{3663C257-C6F7-4BCD-BE6A-CA2B49CEEFFC}"/>
          </ac:spMkLst>
        </pc:spChg>
        <pc:spChg chg="mod">
          <ac:chgData name="Héctor Alonso Hormazábal Vildósola" userId="b9d27978aac6e731" providerId="LiveId" clId="{D2273A24-D03C-4860-89B0-7ACAB9685CDC}" dt="2026-04-25T06:43:21.704" v="1872" actId="113"/>
          <ac:spMkLst>
            <pc:docMk/>
            <pc:sldMk cId="3132211929" sldId="458"/>
            <ac:spMk id="7" creationId="{1616B852-63A6-4684-9357-AC52515CBAE6}"/>
          </ac:spMkLst>
        </pc:spChg>
        <pc:spChg chg="del">
          <ac:chgData name="Héctor Alonso Hormazábal Vildósola" userId="b9d27978aac6e731" providerId="LiveId" clId="{D2273A24-D03C-4860-89B0-7ACAB9685CDC}" dt="2026-04-25T06:14:28.235" v="1759" actId="478"/>
          <ac:spMkLst>
            <pc:docMk/>
            <pc:sldMk cId="3132211929" sldId="458"/>
            <ac:spMk id="8" creationId="{ABFD3DE1-47E3-4BE5-A9BF-0AA3624EECB5}"/>
          </ac:spMkLst>
        </pc:spChg>
        <pc:spChg chg="add mod">
          <ac:chgData name="Héctor Alonso Hormazábal Vildósola" userId="b9d27978aac6e731" providerId="LiveId" clId="{D2273A24-D03C-4860-89B0-7ACAB9685CDC}" dt="2026-04-25T06:44:27.948" v="1885" actId="1076"/>
          <ac:spMkLst>
            <pc:docMk/>
            <pc:sldMk cId="3132211929" sldId="458"/>
            <ac:spMk id="12" creationId="{CA1ED69F-E235-491A-BA42-AE1337865134}"/>
          </ac:spMkLst>
        </pc:spChg>
        <pc:graphicFrameChg chg="del">
          <ac:chgData name="Héctor Alonso Hormazábal Vildósola" userId="b9d27978aac6e731" providerId="LiveId" clId="{D2273A24-D03C-4860-89B0-7ACAB9685CDC}" dt="2026-04-25T06:14:15.712" v="1758" actId="478"/>
          <ac:graphicFrameMkLst>
            <pc:docMk/>
            <pc:sldMk cId="3132211929" sldId="458"/>
            <ac:graphicFrameMk id="5" creationId="{F8DD2305-58BD-41A9-BC32-A5939013630A}"/>
          </ac:graphicFrameMkLst>
        </pc:graphicFrameChg>
        <pc:graphicFrameChg chg="add del mod">
          <ac:chgData name="Héctor Alonso Hormazábal Vildósola" userId="b9d27978aac6e731" providerId="LiveId" clId="{D2273A24-D03C-4860-89B0-7ACAB9685CDC}" dt="2026-04-25T06:45:10.467" v="1887" actId="478"/>
          <ac:graphicFrameMkLst>
            <pc:docMk/>
            <pc:sldMk cId="3132211929" sldId="458"/>
            <ac:graphicFrameMk id="13" creationId="{2E3A7B12-A18A-482C-AB27-F5BEFC376C86}"/>
          </ac:graphicFrameMkLst>
        </pc:graphicFrameChg>
        <pc:graphicFrameChg chg="add mod modGraphic">
          <ac:chgData name="Héctor Alonso Hormazábal Vildósola" userId="b9d27978aac6e731" providerId="LiveId" clId="{D2273A24-D03C-4860-89B0-7ACAB9685CDC}" dt="2026-04-25T06:46:47.666" v="1899" actId="1076"/>
          <ac:graphicFrameMkLst>
            <pc:docMk/>
            <pc:sldMk cId="3132211929" sldId="458"/>
            <ac:graphicFrameMk id="14" creationId="{3A2ABE2B-D47F-47C4-9771-AD8B006B9937}"/>
          </ac:graphicFrameMkLst>
        </pc:graphicFrameChg>
        <pc:picChg chg="add del mod">
          <ac:chgData name="Héctor Alonso Hormazábal Vildósola" userId="b9d27978aac6e731" providerId="LiveId" clId="{D2273A24-D03C-4860-89B0-7ACAB9685CDC}" dt="2026-04-25T06:25:52.177" v="1774" actId="478"/>
          <ac:picMkLst>
            <pc:docMk/>
            <pc:sldMk cId="3132211929" sldId="458"/>
            <ac:picMk id="6" creationId="{EE08998D-0C7D-42B4-A279-B2B5F26C6047}"/>
          </ac:picMkLst>
        </pc:picChg>
        <pc:picChg chg="add del mod">
          <ac:chgData name="Héctor Alonso Hormazábal Vildósola" userId="b9d27978aac6e731" providerId="LiveId" clId="{D2273A24-D03C-4860-89B0-7ACAB9685CDC}" dt="2026-04-25T06:42:11.806" v="1864" actId="478"/>
          <ac:picMkLst>
            <pc:docMk/>
            <pc:sldMk cId="3132211929" sldId="458"/>
            <ac:picMk id="11" creationId="{8C9F00F7-DF82-4C5E-867F-C7952522D143}"/>
          </ac:picMkLst>
        </pc:picChg>
        <pc:picChg chg="add del mod">
          <ac:chgData name="Héctor Alonso Hormazábal Vildósola" userId="b9d27978aac6e731" providerId="LiveId" clId="{D2273A24-D03C-4860-89B0-7ACAB9685CDC}" dt="2026-04-25T06:42:13.172" v="1865" actId="478"/>
          <ac:picMkLst>
            <pc:docMk/>
            <pc:sldMk cId="3132211929" sldId="458"/>
            <ac:picMk id="14338" creationId="{773E3756-C0AC-45B9-BDAB-BE5469CDC5E0}"/>
          </ac:picMkLst>
        </pc:picChg>
      </pc:sldChg>
      <pc:sldChg chg="add">
        <pc:chgData name="Héctor Alonso Hormazábal Vildósola" userId="b9d27978aac6e731" providerId="LiveId" clId="{D2273A24-D03C-4860-89B0-7ACAB9685CDC}" dt="2026-04-25T06:42:06.827" v="1862"/>
        <pc:sldMkLst>
          <pc:docMk/>
          <pc:sldMk cId="864947629" sldId="459"/>
        </pc:sldMkLst>
      </pc:sldChg>
    </pc:docChg>
  </pc:docChgLst>
  <pc:docChgLst>
    <pc:chgData name="Héctor Alonso Hormazábal Vildósola" userId="b9d27978aac6e731" providerId="LiveId" clId="{020D0493-E6BC-4671-B34D-8F6CEB114E39}"/>
    <pc:docChg chg="modSld">
      <pc:chgData name="Héctor Alonso Hormazábal Vildósola" userId="b9d27978aac6e731" providerId="LiveId" clId="{020D0493-E6BC-4671-B34D-8F6CEB114E39}" dt="2026-04-01T20:16:27.617" v="0" actId="403"/>
      <pc:docMkLst>
        <pc:docMk/>
      </pc:docMkLst>
      <pc:sldChg chg="modSp mod">
        <pc:chgData name="Héctor Alonso Hormazábal Vildósola" userId="b9d27978aac6e731" providerId="LiveId" clId="{020D0493-E6BC-4671-B34D-8F6CEB114E39}" dt="2026-04-01T20:16:27.617" v="0" actId="403"/>
        <pc:sldMkLst>
          <pc:docMk/>
          <pc:sldMk cId="2472915426" sldId="415"/>
        </pc:sldMkLst>
        <pc:spChg chg="mod">
          <ac:chgData name="Héctor Alonso Hormazábal Vildósola" userId="b9d27978aac6e731" providerId="LiveId" clId="{020D0493-E6BC-4671-B34D-8F6CEB114E39}" dt="2026-04-01T20:16:27.617" v="0" actId="403"/>
          <ac:spMkLst>
            <pc:docMk/>
            <pc:sldMk cId="2472915426" sldId="415"/>
            <ac:spMk id="14" creationId="{7666F8B2-463B-75FC-0E88-3C9369B898B4}"/>
          </ac:spMkLst>
        </pc:spChg>
      </pc:sldChg>
    </pc:docChg>
  </pc:docChgLst>
  <pc:docChgLst>
    <pc:chgData name="Héctor Alonso Hormazábal Vildósola" userId="b9d27978aac6e731" providerId="LiveId" clId="{509AECDD-6081-4EB5-AE73-5A5867D3446A}"/>
    <pc:docChg chg="delSld">
      <pc:chgData name="Héctor Alonso Hormazábal Vildósola" userId="b9d27978aac6e731" providerId="LiveId" clId="{509AECDD-6081-4EB5-AE73-5A5867D3446A}" dt="2026-05-07T01:21:06.017" v="1" actId="47"/>
      <pc:docMkLst>
        <pc:docMk/>
      </pc:docMkLst>
      <pc:sldChg chg="del">
        <pc:chgData name="Héctor Alonso Hormazábal Vildósola" userId="b9d27978aac6e731" providerId="LiveId" clId="{509AECDD-6081-4EB5-AE73-5A5867D3446A}" dt="2026-05-07T01:20:57.091" v="0" actId="47"/>
        <pc:sldMkLst>
          <pc:docMk/>
          <pc:sldMk cId="3552777754" sldId="423"/>
        </pc:sldMkLst>
      </pc:sldChg>
      <pc:sldChg chg="del">
        <pc:chgData name="Héctor Alonso Hormazábal Vildósola" userId="b9d27978aac6e731" providerId="LiveId" clId="{509AECDD-6081-4EB5-AE73-5A5867D3446A}" dt="2026-05-07T01:21:06.017" v="1" actId="47"/>
        <pc:sldMkLst>
          <pc:docMk/>
          <pc:sldMk cId="910459019" sldId="425"/>
        </pc:sldMkLst>
      </pc:sldChg>
    </pc:docChg>
  </pc:docChgLst>
  <pc:docChgLst>
    <pc:chgData name="Héctor Alonso Hormazábal Vildósola" userId="b9d27978aac6e731" providerId="LiveId" clId="{B71A42DC-BA9F-45EC-A9E4-553C128B583E}"/>
    <pc:docChg chg="undo custSel addSld delSld modSld">
      <pc:chgData name="Héctor Alonso Hormazábal Vildósola" userId="b9d27978aac6e731" providerId="LiveId" clId="{B71A42DC-BA9F-45EC-A9E4-553C128B583E}" dt="2026-04-04T06:43:25.356" v="1485" actId="20577"/>
      <pc:docMkLst>
        <pc:docMk/>
      </pc:docMkLst>
      <pc:sldChg chg="modSp mod">
        <pc:chgData name="Héctor Alonso Hormazábal Vildósola" userId="b9d27978aac6e731" providerId="LiveId" clId="{B71A42DC-BA9F-45EC-A9E4-553C128B583E}" dt="2026-04-04T04:16:09.112" v="215" actId="20577"/>
        <pc:sldMkLst>
          <pc:docMk/>
          <pc:sldMk cId="3612186208" sldId="347"/>
        </pc:sldMkLst>
        <pc:spChg chg="mod">
          <ac:chgData name="Héctor Alonso Hormazábal Vildósola" userId="b9d27978aac6e731" providerId="LiveId" clId="{B71A42DC-BA9F-45EC-A9E4-553C128B583E}" dt="2026-04-04T04:16:09.112" v="215" actId="20577"/>
          <ac:spMkLst>
            <pc:docMk/>
            <pc:sldMk cId="3612186208" sldId="347"/>
            <ac:spMk id="7" creationId="{794F2F35-203D-41CB-8506-3752C0BD239E}"/>
          </ac:spMkLst>
        </pc:spChg>
      </pc:sldChg>
      <pc:sldChg chg="modSp add mod">
        <pc:chgData name="Héctor Alonso Hormazábal Vildósola" userId="b9d27978aac6e731" providerId="LiveId" clId="{B71A42DC-BA9F-45EC-A9E4-553C128B583E}" dt="2026-04-04T06:43:25.356" v="1485" actId="20577"/>
        <pc:sldMkLst>
          <pc:docMk/>
          <pc:sldMk cId="1995537604" sldId="398"/>
        </pc:sldMkLst>
        <pc:graphicFrameChg chg="mod modGraphic">
          <ac:chgData name="Héctor Alonso Hormazábal Vildósola" userId="b9d27978aac6e731" providerId="LiveId" clId="{B71A42DC-BA9F-45EC-A9E4-553C128B583E}" dt="2026-04-04T06:43:25.356" v="1485" actId="20577"/>
          <ac:graphicFrameMkLst>
            <pc:docMk/>
            <pc:sldMk cId="1995537604" sldId="398"/>
            <ac:graphicFrameMk id="3" creationId="{64652A2A-F914-890D-329C-11AC45BFAF16}"/>
          </ac:graphicFrameMkLst>
        </pc:graphicFrameChg>
      </pc:sldChg>
      <pc:sldChg chg="addSp delSp modSp mod">
        <pc:chgData name="Héctor Alonso Hormazábal Vildósola" userId="b9d27978aac6e731" providerId="LiveId" clId="{B71A42DC-BA9F-45EC-A9E4-553C128B583E}" dt="2026-04-04T04:19:08.520" v="218" actId="2711"/>
        <pc:sldMkLst>
          <pc:docMk/>
          <pc:sldMk cId="2472915426" sldId="415"/>
        </pc:sldMkLst>
        <pc:spChg chg="add del mod">
          <ac:chgData name="Héctor Alonso Hormazábal Vildósola" userId="b9d27978aac6e731" providerId="LiveId" clId="{B71A42DC-BA9F-45EC-A9E4-553C128B583E}" dt="2026-04-04T04:12:19.047" v="117" actId="478"/>
          <ac:spMkLst>
            <pc:docMk/>
            <pc:sldMk cId="2472915426" sldId="415"/>
            <ac:spMk id="3" creationId="{84BB2BC6-7BFE-46CF-8E68-951659489F52}"/>
          </ac:spMkLst>
        </pc:spChg>
        <pc:spChg chg="del">
          <ac:chgData name="Héctor Alonso Hormazábal Vildósola" userId="b9d27978aac6e731" providerId="LiveId" clId="{B71A42DC-BA9F-45EC-A9E4-553C128B583E}" dt="2026-04-03T04:12:26.735" v="0" actId="478"/>
          <ac:spMkLst>
            <pc:docMk/>
            <pc:sldMk cId="2472915426" sldId="415"/>
            <ac:spMk id="4" creationId="{F6757C05-CB28-CBD0-E929-3264B20DDA52}"/>
          </ac:spMkLst>
        </pc:spChg>
        <pc:spChg chg="add del mod">
          <ac:chgData name="Héctor Alonso Hormazábal Vildósola" userId="b9d27978aac6e731" providerId="LiveId" clId="{B71A42DC-BA9F-45EC-A9E4-553C128B583E}" dt="2026-04-04T04:19:08.520" v="218" actId="2711"/>
          <ac:spMkLst>
            <pc:docMk/>
            <pc:sldMk cId="2472915426" sldId="415"/>
            <ac:spMk id="5" creationId="{080CDC08-ED67-454A-B65C-69EB1EE0C716}"/>
          </ac:spMkLst>
        </pc:spChg>
        <pc:spChg chg="mod">
          <ac:chgData name="Héctor Alonso Hormazábal Vildósola" userId="b9d27978aac6e731" providerId="LiveId" clId="{B71A42DC-BA9F-45EC-A9E4-553C128B583E}" dt="2026-04-04T04:18:26.040" v="217"/>
          <ac:spMkLst>
            <pc:docMk/>
            <pc:sldMk cId="2472915426" sldId="415"/>
            <ac:spMk id="6" creationId="{DB013D7C-6910-324A-931E-2860916070EC}"/>
          </ac:spMkLst>
        </pc:spChg>
        <pc:spChg chg="mod">
          <ac:chgData name="Héctor Alonso Hormazábal Vildósola" userId="b9d27978aac6e731" providerId="LiveId" clId="{B71A42DC-BA9F-45EC-A9E4-553C128B583E}" dt="2026-04-04T04:12:11.404" v="115" actId="20577"/>
          <ac:spMkLst>
            <pc:docMk/>
            <pc:sldMk cId="2472915426" sldId="415"/>
            <ac:spMk id="7" creationId="{1616B852-63A6-4684-9357-AC52515CBAE6}"/>
          </ac:spMkLst>
        </pc:spChg>
        <pc:spChg chg="del">
          <ac:chgData name="Héctor Alonso Hormazábal Vildósola" userId="b9d27978aac6e731" providerId="LiveId" clId="{B71A42DC-BA9F-45EC-A9E4-553C128B583E}" dt="2026-04-03T04:12:26.735" v="0" actId="478"/>
          <ac:spMkLst>
            <pc:docMk/>
            <pc:sldMk cId="2472915426" sldId="415"/>
            <ac:spMk id="13" creationId="{DA279E07-DDD0-C83F-90CE-14A113B913BF}"/>
          </ac:spMkLst>
        </pc:spChg>
        <pc:spChg chg="del">
          <ac:chgData name="Héctor Alonso Hormazábal Vildósola" userId="b9d27978aac6e731" providerId="LiveId" clId="{B71A42DC-BA9F-45EC-A9E4-553C128B583E}" dt="2026-04-03T04:12:26.735" v="0" actId="478"/>
          <ac:spMkLst>
            <pc:docMk/>
            <pc:sldMk cId="2472915426" sldId="415"/>
            <ac:spMk id="14" creationId="{7666F8B2-463B-75FC-0E88-3C9369B898B4}"/>
          </ac:spMkLst>
        </pc:spChg>
        <pc:spChg chg="del">
          <ac:chgData name="Héctor Alonso Hormazábal Vildósola" userId="b9d27978aac6e731" providerId="LiveId" clId="{B71A42DC-BA9F-45EC-A9E4-553C128B583E}" dt="2026-04-03T04:12:26.735" v="0" actId="478"/>
          <ac:spMkLst>
            <pc:docMk/>
            <pc:sldMk cId="2472915426" sldId="415"/>
            <ac:spMk id="16" creationId="{A47F7B79-9313-8203-8A07-26986D16D6B9}"/>
          </ac:spMkLst>
        </pc:spChg>
        <pc:spChg chg="del">
          <ac:chgData name="Héctor Alonso Hormazábal Vildósola" userId="b9d27978aac6e731" providerId="LiveId" clId="{B71A42DC-BA9F-45EC-A9E4-553C128B583E}" dt="2026-04-03T04:12:26.735" v="0" actId="478"/>
          <ac:spMkLst>
            <pc:docMk/>
            <pc:sldMk cId="2472915426" sldId="415"/>
            <ac:spMk id="17" creationId="{D689347D-A1B0-BE13-FC95-C980E7DD6171}"/>
          </ac:spMkLst>
        </pc:spChg>
        <pc:spChg chg="del">
          <ac:chgData name="Héctor Alonso Hormazábal Vildósola" userId="b9d27978aac6e731" providerId="LiveId" clId="{B71A42DC-BA9F-45EC-A9E4-553C128B583E}" dt="2026-04-03T04:12:26.735" v="0" actId="478"/>
          <ac:spMkLst>
            <pc:docMk/>
            <pc:sldMk cId="2472915426" sldId="415"/>
            <ac:spMk id="18" creationId="{573C6DDA-6545-821C-F370-62FFF2235731}"/>
          </ac:spMkLst>
        </pc:spChg>
        <pc:spChg chg="del">
          <ac:chgData name="Héctor Alonso Hormazábal Vildósola" userId="b9d27978aac6e731" providerId="LiveId" clId="{B71A42DC-BA9F-45EC-A9E4-553C128B583E}" dt="2026-04-03T04:12:26.735" v="0" actId="478"/>
          <ac:spMkLst>
            <pc:docMk/>
            <pc:sldMk cId="2472915426" sldId="415"/>
            <ac:spMk id="20" creationId="{81F64D1F-D527-66E5-B98B-3CB2B8E0BB67}"/>
          </ac:spMkLst>
        </pc:spChg>
        <pc:spChg chg="del">
          <ac:chgData name="Héctor Alonso Hormazábal Vildósola" userId="b9d27978aac6e731" providerId="LiveId" clId="{B71A42DC-BA9F-45EC-A9E4-553C128B583E}" dt="2026-04-03T04:12:26.735" v="0" actId="478"/>
          <ac:spMkLst>
            <pc:docMk/>
            <pc:sldMk cId="2472915426" sldId="415"/>
            <ac:spMk id="25" creationId="{D009B19B-A6E0-B5FF-E874-7BD2EF3B0CB3}"/>
          </ac:spMkLst>
        </pc:spChg>
        <pc:spChg chg="del">
          <ac:chgData name="Héctor Alonso Hormazábal Vildósola" userId="b9d27978aac6e731" providerId="LiveId" clId="{B71A42DC-BA9F-45EC-A9E4-553C128B583E}" dt="2026-04-03T04:12:26.735" v="0" actId="478"/>
          <ac:spMkLst>
            <pc:docMk/>
            <pc:sldMk cId="2472915426" sldId="415"/>
            <ac:spMk id="26" creationId="{D97AE7F6-B3A5-8712-ABD4-45F1C8828A3C}"/>
          </ac:spMkLst>
        </pc:spChg>
        <pc:picChg chg="add mod">
          <ac:chgData name="Héctor Alonso Hormazábal Vildósola" userId="b9d27978aac6e731" providerId="LiveId" clId="{B71A42DC-BA9F-45EC-A9E4-553C128B583E}" dt="2026-04-04T04:11:50.703" v="104" actId="14100"/>
          <ac:picMkLst>
            <pc:docMk/>
            <pc:sldMk cId="2472915426" sldId="415"/>
            <ac:picMk id="1027" creationId="{C3FCBF35-2013-40F3-BB04-6402F3D79D0B}"/>
          </ac:picMkLst>
        </pc:picChg>
        <pc:cxnChg chg="del mod">
          <ac:chgData name="Héctor Alonso Hormazábal Vildósola" userId="b9d27978aac6e731" providerId="LiveId" clId="{B71A42DC-BA9F-45EC-A9E4-553C128B583E}" dt="2026-04-03T04:12:26.735" v="0" actId="478"/>
          <ac:cxnSpMkLst>
            <pc:docMk/>
            <pc:sldMk cId="2472915426" sldId="415"/>
            <ac:cxnSpMk id="28" creationId="{6E532E63-2238-4E4A-812B-A1E87311AE35}"/>
          </ac:cxnSpMkLst>
        </pc:cxnChg>
        <pc:cxnChg chg="del mod">
          <ac:chgData name="Héctor Alonso Hormazábal Vildósola" userId="b9d27978aac6e731" providerId="LiveId" clId="{B71A42DC-BA9F-45EC-A9E4-553C128B583E}" dt="2026-04-03T04:12:26.735" v="0" actId="478"/>
          <ac:cxnSpMkLst>
            <pc:docMk/>
            <pc:sldMk cId="2472915426" sldId="415"/>
            <ac:cxnSpMk id="29" creationId="{D12DD4AE-CC0B-D27A-77E7-9AE2FC09CF01}"/>
          </ac:cxnSpMkLst>
        </pc:cxnChg>
        <pc:cxnChg chg="del mod">
          <ac:chgData name="Héctor Alonso Hormazábal Vildósola" userId="b9d27978aac6e731" providerId="LiveId" clId="{B71A42DC-BA9F-45EC-A9E4-553C128B583E}" dt="2026-04-03T04:12:26.735" v="0" actId="478"/>
          <ac:cxnSpMkLst>
            <pc:docMk/>
            <pc:sldMk cId="2472915426" sldId="415"/>
            <ac:cxnSpMk id="33" creationId="{1592D99F-BC5B-4E15-75DF-52431EE47AE7}"/>
          </ac:cxnSpMkLst>
        </pc:cxnChg>
        <pc:cxnChg chg="del mod">
          <ac:chgData name="Héctor Alonso Hormazábal Vildósola" userId="b9d27978aac6e731" providerId="LiveId" clId="{B71A42DC-BA9F-45EC-A9E4-553C128B583E}" dt="2026-04-03T04:12:26.735" v="0" actId="478"/>
          <ac:cxnSpMkLst>
            <pc:docMk/>
            <pc:sldMk cId="2472915426" sldId="415"/>
            <ac:cxnSpMk id="36" creationId="{5CCF60AF-DB2B-3C12-7783-488AC6102E6F}"/>
          </ac:cxnSpMkLst>
        </pc:cxnChg>
        <pc:cxnChg chg="del mod">
          <ac:chgData name="Héctor Alonso Hormazábal Vildósola" userId="b9d27978aac6e731" providerId="LiveId" clId="{B71A42DC-BA9F-45EC-A9E4-553C128B583E}" dt="2026-04-03T04:12:26.735" v="0" actId="478"/>
          <ac:cxnSpMkLst>
            <pc:docMk/>
            <pc:sldMk cId="2472915426" sldId="415"/>
            <ac:cxnSpMk id="39" creationId="{D7C67E97-801F-8EE2-E898-3AF1BFA5F1F1}"/>
          </ac:cxnSpMkLst>
        </pc:cxnChg>
        <pc:cxnChg chg="del mod">
          <ac:chgData name="Héctor Alonso Hormazábal Vildósola" userId="b9d27978aac6e731" providerId="LiveId" clId="{B71A42DC-BA9F-45EC-A9E4-553C128B583E}" dt="2026-04-03T04:12:26.735" v="0" actId="478"/>
          <ac:cxnSpMkLst>
            <pc:docMk/>
            <pc:sldMk cId="2472915426" sldId="415"/>
            <ac:cxnSpMk id="42" creationId="{AFD84578-1297-5B03-0786-E09E9484B4EF}"/>
          </ac:cxnSpMkLst>
        </pc:cxnChg>
        <pc:cxnChg chg="del mod">
          <ac:chgData name="Héctor Alonso Hormazábal Vildósola" userId="b9d27978aac6e731" providerId="LiveId" clId="{B71A42DC-BA9F-45EC-A9E4-553C128B583E}" dt="2026-04-03T04:12:26.735" v="0" actId="478"/>
          <ac:cxnSpMkLst>
            <pc:docMk/>
            <pc:sldMk cId="2472915426" sldId="415"/>
            <ac:cxnSpMk id="45" creationId="{352D21EC-DA54-5A63-6AB2-1A7598C78085}"/>
          </ac:cxnSpMkLst>
        </pc:cxnChg>
        <pc:cxnChg chg="del mod">
          <ac:chgData name="Héctor Alonso Hormazábal Vildósola" userId="b9d27978aac6e731" providerId="LiveId" clId="{B71A42DC-BA9F-45EC-A9E4-553C128B583E}" dt="2026-04-03T04:12:26.735" v="0" actId="478"/>
          <ac:cxnSpMkLst>
            <pc:docMk/>
            <pc:sldMk cId="2472915426" sldId="415"/>
            <ac:cxnSpMk id="48" creationId="{FB77154E-57EF-AB89-5291-46D6C6447003}"/>
          </ac:cxnSpMkLst>
        </pc:cxnChg>
      </pc:sldChg>
      <pc:sldChg chg="modSp del">
        <pc:chgData name="Héctor Alonso Hormazábal Vildósola" userId="b9d27978aac6e731" providerId="LiveId" clId="{B71A42DC-BA9F-45EC-A9E4-553C128B583E}" dt="2026-04-04T06:33:37.634" v="1350" actId="47"/>
        <pc:sldMkLst>
          <pc:docMk/>
          <pc:sldMk cId="3196428192" sldId="416"/>
        </pc:sldMkLst>
        <pc:spChg chg="mod">
          <ac:chgData name="Héctor Alonso Hormazábal Vildósola" userId="b9d27978aac6e731" providerId="LiveId" clId="{B71A42DC-BA9F-45EC-A9E4-553C128B583E}" dt="2026-04-04T04:18:26.040" v="217"/>
          <ac:spMkLst>
            <pc:docMk/>
            <pc:sldMk cId="3196428192" sldId="416"/>
            <ac:spMk id="6" creationId="{518E76C6-EA0F-66F9-70BF-AF753BD3ACF7}"/>
          </ac:spMkLst>
        </pc:spChg>
      </pc:sldChg>
      <pc:sldChg chg="modSp del">
        <pc:chgData name="Héctor Alonso Hormazábal Vildósola" userId="b9d27978aac6e731" providerId="LiveId" clId="{B71A42DC-BA9F-45EC-A9E4-553C128B583E}" dt="2026-04-04T06:33:37.968" v="1351" actId="47"/>
        <pc:sldMkLst>
          <pc:docMk/>
          <pc:sldMk cId="2382967793" sldId="417"/>
        </pc:sldMkLst>
        <pc:spChg chg="mod">
          <ac:chgData name="Héctor Alonso Hormazábal Vildósola" userId="b9d27978aac6e731" providerId="LiveId" clId="{B71A42DC-BA9F-45EC-A9E4-553C128B583E}" dt="2026-04-04T04:18:26.040" v="217"/>
          <ac:spMkLst>
            <pc:docMk/>
            <pc:sldMk cId="2382967793" sldId="417"/>
            <ac:spMk id="6" creationId="{17560661-D106-0DC7-D9D6-E1123042C5F2}"/>
          </ac:spMkLst>
        </pc:spChg>
      </pc:sldChg>
      <pc:sldChg chg="modSp del">
        <pc:chgData name="Héctor Alonso Hormazábal Vildósola" userId="b9d27978aac6e731" providerId="LiveId" clId="{B71A42DC-BA9F-45EC-A9E4-553C128B583E}" dt="2026-04-04T06:33:38.507" v="1352" actId="47"/>
        <pc:sldMkLst>
          <pc:docMk/>
          <pc:sldMk cId="3302710429" sldId="418"/>
        </pc:sldMkLst>
        <pc:spChg chg="mod">
          <ac:chgData name="Héctor Alonso Hormazábal Vildósola" userId="b9d27978aac6e731" providerId="LiveId" clId="{B71A42DC-BA9F-45EC-A9E4-553C128B583E}" dt="2026-04-04T04:18:26.040" v="217"/>
          <ac:spMkLst>
            <pc:docMk/>
            <pc:sldMk cId="3302710429" sldId="418"/>
            <ac:spMk id="6" creationId="{E1E61037-ECA6-0348-A5E6-1CFE3B9F8E68}"/>
          </ac:spMkLst>
        </pc:spChg>
      </pc:sldChg>
      <pc:sldChg chg="modSp del">
        <pc:chgData name="Héctor Alonso Hormazábal Vildósola" userId="b9d27978aac6e731" providerId="LiveId" clId="{B71A42DC-BA9F-45EC-A9E4-553C128B583E}" dt="2026-04-04T06:33:38.986" v="1353" actId="47"/>
        <pc:sldMkLst>
          <pc:docMk/>
          <pc:sldMk cId="416973109" sldId="419"/>
        </pc:sldMkLst>
        <pc:spChg chg="mod">
          <ac:chgData name="Héctor Alonso Hormazábal Vildósola" userId="b9d27978aac6e731" providerId="LiveId" clId="{B71A42DC-BA9F-45EC-A9E4-553C128B583E}" dt="2026-04-04T04:18:26.040" v="217"/>
          <ac:spMkLst>
            <pc:docMk/>
            <pc:sldMk cId="416973109" sldId="419"/>
            <ac:spMk id="6" creationId="{E648C515-172E-7249-F900-B324F64706ED}"/>
          </ac:spMkLst>
        </pc:spChg>
      </pc:sldChg>
      <pc:sldChg chg="modSp del">
        <pc:chgData name="Héctor Alonso Hormazábal Vildósola" userId="b9d27978aac6e731" providerId="LiveId" clId="{B71A42DC-BA9F-45EC-A9E4-553C128B583E}" dt="2026-04-04T06:33:39.440" v="1354" actId="47"/>
        <pc:sldMkLst>
          <pc:docMk/>
          <pc:sldMk cId="3392886262" sldId="420"/>
        </pc:sldMkLst>
        <pc:spChg chg="mod">
          <ac:chgData name="Héctor Alonso Hormazábal Vildósola" userId="b9d27978aac6e731" providerId="LiveId" clId="{B71A42DC-BA9F-45EC-A9E4-553C128B583E}" dt="2026-04-04T04:18:26.040" v="217"/>
          <ac:spMkLst>
            <pc:docMk/>
            <pc:sldMk cId="3392886262" sldId="420"/>
            <ac:spMk id="6" creationId="{F85F0357-24E4-FA8C-591C-0F0DBD43ABF0}"/>
          </ac:spMkLst>
        </pc:spChg>
      </pc:sldChg>
      <pc:sldChg chg="modSp del">
        <pc:chgData name="Héctor Alonso Hormazábal Vildósola" userId="b9d27978aac6e731" providerId="LiveId" clId="{B71A42DC-BA9F-45EC-A9E4-553C128B583E}" dt="2026-04-04T06:33:39.931" v="1355" actId="47"/>
        <pc:sldMkLst>
          <pc:docMk/>
          <pc:sldMk cId="334628607" sldId="421"/>
        </pc:sldMkLst>
        <pc:spChg chg="mod">
          <ac:chgData name="Héctor Alonso Hormazábal Vildósola" userId="b9d27978aac6e731" providerId="LiveId" clId="{B71A42DC-BA9F-45EC-A9E4-553C128B583E}" dt="2026-04-04T04:18:26.040" v="217"/>
          <ac:spMkLst>
            <pc:docMk/>
            <pc:sldMk cId="334628607" sldId="421"/>
            <ac:spMk id="6" creationId="{D408DBEC-A1DE-36A0-31BE-B254A9B5A073}"/>
          </ac:spMkLst>
        </pc:spChg>
      </pc:sldChg>
      <pc:sldChg chg="modSp del">
        <pc:chgData name="Héctor Alonso Hormazábal Vildósola" userId="b9d27978aac6e731" providerId="LiveId" clId="{B71A42DC-BA9F-45EC-A9E4-553C128B583E}" dt="2026-04-04T06:33:40.418" v="1356" actId="47"/>
        <pc:sldMkLst>
          <pc:docMk/>
          <pc:sldMk cId="3221862902" sldId="422"/>
        </pc:sldMkLst>
        <pc:spChg chg="mod">
          <ac:chgData name="Héctor Alonso Hormazábal Vildósola" userId="b9d27978aac6e731" providerId="LiveId" clId="{B71A42DC-BA9F-45EC-A9E4-553C128B583E}" dt="2026-04-04T04:18:26.040" v="217"/>
          <ac:spMkLst>
            <pc:docMk/>
            <pc:sldMk cId="3221862902" sldId="422"/>
            <ac:spMk id="6" creationId="{CB64CE00-F253-6E46-B610-00057C2510DB}"/>
          </ac:spMkLst>
        </pc:spChg>
      </pc:sldChg>
      <pc:sldChg chg="modSp del">
        <pc:chgData name="Héctor Alonso Hormazábal Vildósola" userId="b9d27978aac6e731" providerId="LiveId" clId="{B71A42DC-BA9F-45EC-A9E4-553C128B583E}" dt="2026-04-04T06:33:40.949" v="1357" actId="47"/>
        <pc:sldMkLst>
          <pc:docMk/>
          <pc:sldMk cId="361392358" sldId="423"/>
        </pc:sldMkLst>
        <pc:spChg chg="mod">
          <ac:chgData name="Héctor Alonso Hormazábal Vildósola" userId="b9d27978aac6e731" providerId="LiveId" clId="{B71A42DC-BA9F-45EC-A9E4-553C128B583E}" dt="2026-04-04T04:18:26.040" v="217"/>
          <ac:spMkLst>
            <pc:docMk/>
            <pc:sldMk cId="361392358" sldId="423"/>
            <ac:spMk id="6" creationId="{1DA19A42-2116-C0E7-5A89-B292151471D0}"/>
          </ac:spMkLst>
        </pc:spChg>
      </pc:sldChg>
      <pc:sldChg chg="modSp del">
        <pc:chgData name="Héctor Alonso Hormazábal Vildósola" userId="b9d27978aac6e731" providerId="LiveId" clId="{B71A42DC-BA9F-45EC-A9E4-553C128B583E}" dt="2026-04-04T06:33:43.602" v="1360" actId="47"/>
        <pc:sldMkLst>
          <pc:docMk/>
          <pc:sldMk cId="289152900" sldId="424"/>
        </pc:sldMkLst>
        <pc:spChg chg="mod">
          <ac:chgData name="Héctor Alonso Hormazábal Vildósola" userId="b9d27978aac6e731" providerId="LiveId" clId="{B71A42DC-BA9F-45EC-A9E4-553C128B583E}" dt="2026-04-04T04:18:26.040" v="217"/>
          <ac:spMkLst>
            <pc:docMk/>
            <pc:sldMk cId="289152900" sldId="424"/>
            <ac:spMk id="6" creationId="{229E0296-2AE8-AA3C-AB07-5494331B9365}"/>
          </ac:spMkLst>
        </pc:spChg>
      </pc:sldChg>
      <pc:sldChg chg="modSp del">
        <pc:chgData name="Héctor Alonso Hormazábal Vildósola" userId="b9d27978aac6e731" providerId="LiveId" clId="{B71A42DC-BA9F-45EC-A9E4-553C128B583E}" dt="2026-04-04T06:33:41.744" v="1358" actId="47"/>
        <pc:sldMkLst>
          <pc:docMk/>
          <pc:sldMk cId="361911955" sldId="425"/>
        </pc:sldMkLst>
        <pc:spChg chg="mod">
          <ac:chgData name="Héctor Alonso Hormazábal Vildósola" userId="b9d27978aac6e731" providerId="LiveId" clId="{B71A42DC-BA9F-45EC-A9E4-553C128B583E}" dt="2026-04-04T04:18:26.040" v="217"/>
          <ac:spMkLst>
            <pc:docMk/>
            <pc:sldMk cId="361911955" sldId="425"/>
            <ac:spMk id="6" creationId="{F4BFD36F-151A-95B3-0576-BCA7B643BAEE}"/>
          </ac:spMkLst>
        </pc:spChg>
      </pc:sldChg>
      <pc:sldChg chg="modSp del">
        <pc:chgData name="Héctor Alonso Hormazábal Vildósola" userId="b9d27978aac6e731" providerId="LiveId" clId="{B71A42DC-BA9F-45EC-A9E4-553C128B583E}" dt="2026-04-04T06:33:44.103" v="1361" actId="47"/>
        <pc:sldMkLst>
          <pc:docMk/>
          <pc:sldMk cId="1377499650" sldId="427"/>
        </pc:sldMkLst>
        <pc:spChg chg="mod">
          <ac:chgData name="Héctor Alonso Hormazábal Vildósola" userId="b9d27978aac6e731" providerId="LiveId" clId="{B71A42DC-BA9F-45EC-A9E4-553C128B583E}" dt="2026-04-04T04:18:26.040" v="217"/>
          <ac:spMkLst>
            <pc:docMk/>
            <pc:sldMk cId="1377499650" sldId="427"/>
            <ac:spMk id="6" creationId="{7522AF07-E463-940A-14C5-DABE02302C64}"/>
          </ac:spMkLst>
        </pc:spChg>
      </pc:sldChg>
      <pc:sldChg chg="modSp del">
        <pc:chgData name="Héctor Alonso Hormazábal Vildósola" userId="b9d27978aac6e731" providerId="LiveId" clId="{B71A42DC-BA9F-45EC-A9E4-553C128B583E}" dt="2026-04-04T06:33:42.504" v="1359" actId="47"/>
        <pc:sldMkLst>
          <pc:docMk/>
          <pc:sldMk cId="607527406" sldId="428"/>
        </pc:sldMkLst>
        <pc:spChg chg="mod">
          <ac:chgData name="Héctor Alonso Hormazábal Vildósola" userId="b9d27978aac6e731" providerId="LiveId" clId="{B71A42DC-BA9F-45EC-A9E4-553C128B583E}" dt="2026-04-04T04:18:26.040" v="217"/>
          <ac:spMkLst>
            <pc:docMk/>
            <pc:sldMk cId="607527406" sldId="428"/>
            <ac:spMk id="6" creationId="{2DC19BD1-24F4-9B55-B72F-60CC081D7846}"/>
          </ac:spMkLst>
        </pc:spChg>
      </pc:sldChg>
      <pc:sldChg chg="modSp del">
        <pc:chgData name="Héctor Alonso Hormazábal Vildósola" userId="b9d27978aac6e731" providerId="LiveId" clId="{B71A42DC-BA9F-45EC-A9E4-553C128B583E}" dt="2026-04-04T06:33:44.908" v="1362" actId="47"/>
        <pc:sldMkLst>
          <pc:docMk/>
          <pc:sldMk cId="2646798886" sldId="429"/>
        </pc:sldMkLst>
        <pc:spChg chg="mod">
          <ac:chgData name="Héctor Alonso Hormazábal Vildósola" userId="b9d27978aac6e731" providerId="LiveId" clId="{B71A42DC-BA9F-45EC-A9E4-553C128B583E}" dt="2026-04-04T04:18:26.040" v="217"/>
          <ac:spMkLst>
            <pc:docMk/>
            <pc:sldMk cId="2646798886" sldId="429"/>
            <ac:spMk id="6" creationId="{EE38C2B0-0CF7-4051-5C6D-5D2EE197C966}"/>
          </ac:spMkLst>
        </pc:spChg>
      </pc:sldChg>
      <pc:sldChg chg="modSp del">
        <pc:chgData name="Héctor Alonso Hormazábal Vildósola" userId="b9d27978aac6e731" providerId="LiveId" clId="{B71A42DC-BA9F-45EC-A9E4-553C128B583E}" dt="2026-04-04T06:33:47.602" v="1366" actId="47"/>
        <pc:sldMkLst>
          <pc:docMk/>
          <pc:sldMk cId="185047713" sldId="430"/>
        </pc:sldMkLst>
        <pc:spChg chg="mod">
          <ac:chgData name="Héctor Alonso Hormazábal Vildósola" userId="b9d27978aac6e731" providerId="LiveId" clId="{B71A42DC-BA9F-45EC-A9E4-553C128B583E}" dt="2026-04-04T04:18:26.040" v="217"/>
          <ac:spMkLst>
            <pc:docMk/>
            <pc:sldMk cId="185047713" sldId="430"/>
            <ac:spMk id="6" creationId="{251823CC-7DA2-8306-41BF-BD49DF060A75}"/>
          </ac:spMkLst>
        </pc:spChg>
      </pc:sldChg>
      <pc:sldChg chg="modSp del">
        <pc:chgData name="Héctor Alonso Hormazábal Vildósola" userId="b9d27978aac6e731" providerId="LiveId" clId="{B71A42DC-BA9F-45EC-A9E4-553C128B583E}" dt="2026-04-04T06:33:45.655" v="1363" actId="47"/>
        <pc:sldMkLst>
          <pc:docMk/>
          <pc:sldMk cId="1343557959" sldId="431"/>
        </pc:sldMkLst>
        <pc:spChg chg="mod">
          <ac:chgData name="Héctor Alonso Hormazábal Vildósola" userId="b9d27978aac6e731" providerId="LiveId" clId="{B71A42DC-BA9F-45EC-A9E4-553C128B583E}" dt="2026-04-04T04:18:26.040" v="217"/>
          <ac:spMkLst>
            <pc:docMk/>
            <pc:sldMk cId="1343557959" sldId="431"/>
            <ac:spMk id="6" creationId="{01771353-8B40-B214-81A9-1420D0B823EE}"/>
          </ac:spMkLst>
        </pc:spChg>
      </pc:sldChg>
      <pc:sldChg chg="modSp del">
        <pc:chgData name="Héctor Alonso Hormazábal Vildósola" userId="b9d27978aac6e731" providerId="LiveId" clId="{B71A42DC-BA9F-45EC-A9E4-553C128B583E}" dt="2026-04-04T06:33:46.311" v="1364" actId="47"/>
        <pc:sldMkLst>
          <pc:docMk/>
          <pc:sldMk cId="947427776" sldId="432"/>
        </pc:sldMkLst>
        <pc:spChg chg="mod">
          <ac:chgData name="Héctor Alonso Hormazábal Vildósola" userId="b9d27978aac6e731" providerId="LiveId" clId="{B71A42DC-BA9F-45EC-A9E4-553C128B583E}" dt="2026-04-04T04:18:26.040" v="217"/>
          <ac:spMkLst>
            <pc:docMk/>
            <pc:sldMk cId="947427776" sldId="432"/>
            <ac:spMk id="6" creationId="{51C75E92-8E10-9967-1C4D-16DCB18B7205}"/>
          </ac:spMkLst>
        </pc:spChg>
      </pc:sldChg>
      <pc:sldChg chg="modSp del">
        <pc:chgData name="Héctor Alonso Hormazábal Vildósola" userId="b9d27978aac6e731" providerId="LiveId" clId="{B71A42DC-BA9F-45EC-A9E4-553C128B583E}" dt="2026-04-04T06:33:46.836" v="1365" actId="47"/>
        <pc:sldMkLst>
          <pc:docMk/>
          <pc:sldMk cId="2303163748" sldId="433"/>
        </pc:sldMkLst>
        <pc:spChg chg="mod">
          <ac:chgData name="Héctor Alonso Hormazábal Vildósola" userId="b9d27978aac6e731" providerId="LiveId" clId="{B71A42DC-BA9F-45EC-A9E4-553C128B583E}" dt="2026-04-04T04:18:26.040" v="217"/>
          <ac:spMkLst>
            <pc:docMk/>
            <pc:sldMk cId="2303163748" sldId="433"/>
            <ac:spMk id="6" creationId="{E9B1842F-B8BC-E4C5-5221-C6EDA8FF932F}"/>
          </ac:spMkLst>
        </pc:spChg>
      </pc:sldChg>
      <pc:sldChg chg="modSp del">
        <pc:chgData name="Héctor Alonso Hormazábal Vildósola" userId="b9d27978aac6e731" providerId="LiveId" clId="{B71A42DC-BA9F-45EC-A9E4-553C128B583E}" dt="2026-04-04T06:33:48.755" v="1367" actId="47"/>
        <pc:sldMkLst>
          <pc:docMk/>
          <pc:sldMk cId="4053748534" sldId="434"/>
        </pc:sldMkLst>
        <pc:spChg chg="mod">
          <ac:chgData name="Héctor Alonso Hormazábal Vildósola" userId="b9d27978aac6e731" providerId="LiveId" clId="{B71A42DC-BA9F-45EC-A9E4-553C128B583E}" dt="2026-04-04T04:18:26.040" v="217"/>
          <ac:spMkLst>
            <pc:docMk/>
            <pc:sldMk cId="4053748534" sldId="434"/>
            <ac:spMk id="6" creationId="{A4D772DC-40B2-6AAA-5B26-B0056BD7264E}"/>
          </ac:spMkLst>
        </pc:spChg>
      </pc:sldChg>
      <pc:sldChg chg="del">
        <pc:chgData name="Héctor Alonso Hormazábal Vildósola" userId="b9d27978aac6e731" providerId="LiveId" clId="{B71A42DC-BA9F-45EC-A9E4-553C128B583E}" dt="2026-04-04T06:34:11.300" v="1370" actId="2696"/>
        <pc:sldMkLst>
          <pc:docMk/>
          <pc:sldMk cId="1167787400" sldId="435"/>
        </pc:sldMkLst>
      </pc:sldChg>
      <pc:sldChg chg="addSp modSp add mod">
        <pc:chgData name="Héctor Alonso Hormazábal Vildósola" userId="b9d27978aac6e731" providerId="LiveId" clId="{B71A42DC-BA9F-45EC-A9E4-553C128B583E}" dt="2026-04-04T06:29:44.054" v="1325" actId="790"/>
        <pc:sldMkLst>
          <pc:docMk/>
          <pc:sldMk cId="2502597907" sldId="436"/>
        </pc:sldMkLst>
        <pc:spChg chg="add mod">
          <ac:chgData name="Héctor Alonso Hormazábal Vildósola" userId="b9d27978aac6e731" providerId="LiveId" clId="{B71A42DC-BA9F-45EC-A9E4-553C128B583E}" dt="2026-04-04T04:14:30.222" v="156" actId="14100"/>
          <ac:spMkLst>
            <pc:docMk/>
            <pc:sldMk cId="2502597907" sldId="436"/>
            <ac:spMk id="3" creationId="{709C9C5D-270E-4C52-BA2B-80B40AD290E3}"/>
          </ac:spMkLst>
        </pc:spChg>
        <pc:spChg chg="add mod">
          <ac:chgData name="Héctor Alonso Hormazábal Vildósola" userId="b9d27978aac6e731" providerId="LiveId" clId="{B71A42DC-BA9F-45EC-A9E4-553C128B583E}" dt="2026-04-04T06:29:27.532" v="1324" actId="790"/>
          <ac:spMkLst>
            <pc:docMk/>
            <pc:sldMk cId="2502597907" sldId="436"/>
            <ac:spMk id="4" creationId="{263427F3-06A2-4157-A6CA-78237C3CECDD}"/>
          </ac:spMkLst>
        </pc:spChg>
        <pc:spChg chg="mod">
          <ac:chgData name="Héctor Alonso Hormazábal Vildósola" userId="b9d27978aac6e731" providerId="LiveId" clId="{B71A42DC-BA9F-45EC-A9E4-553C128B583E}" dt="2026-04-04T04:18:26.040" v="217"/>
          <ac:spMkLst>
            <pc:docMk/>
            <pc:sldMk cId="2502597907" sldId="436"/>
            <ac:spMk id="6" creationId="{DB013D7C-6910-324A-931E-2860916070EC}"/>
          </ac:spMkLst>
        </pc:spChg>
        <pc:spChg chg="mod">
          <ac:chgData name="Héctor Alonso Hormazábal Vildósola" userId="b9d27978aac6e731" providerId="LiveId" clId="{B71A42DC-BA9F-45EC-A9E4-553C128B583E}" dt="2026-04-04T06:29:44.054" v="1325" actId="790"/>
          <ac:spMkLst>
            <pc:docMk/>
            <pc:sldMk cId="2502597907" sldId="436"/>
            <ac:spMk id="7" creationId="{1616B852-63A6-4684-9357-AC52515CBAE6}"/>
          </ac:spMkLst>
        </pc:spChg>
        <pc:picChg chg="add mod">
          <ac:chgData name="Héctor Alonso Hormazábal Vildósola" userId="b9d27978aac6e731" providerId="LiveId" clId="{B71A42DC-BA9F-45EC-A9E4-553C128B583E}" dt="2026-04-04T04:13:38.196" v="151" actId="1076"/>
          <ac:picMkLst>
            <pc:docMk/>
            <pc:sldMk cId="2502597907" sldId="436"/>
            <ac:picMk id="8" creationId="{729484AA-7EE2-404F-875A-C6CD5509FCC5}"/>
          </ac:picMkLst>
        </pc:picChg>
      </pc:sldChg>
      <pc:sldChg chg="addSp delSp modSp add mod">
        <pc:chgData name="Héctor Alonso Hormazábal Vildósola" userId="b9d27978aac6e731" providerId="LiveId" clId="{B71A42DC-BA9F-45EC-A9E4-553C128B583E}" dt="2026-04-04T04:29:41.907" v="284" actId="1076"/>
        <pc:sldMkLst>
          <pc:docMk/>
          <pc:sldMk cId="1641930268" sldId="437"/>
        </pc:sldMkLst>
        <pc:spChg chg="add del mod">
          <ac:chgData name="Héctor Alonso Hormazábal Vildósola" userId="b9d27978aac6e731" providerId="LiveId" clId="{B71A42DC-BA9F-45EC-A9E4-553C128B583E}" dt="2026-04-04T04:27:16.494" v="250" actId="478"/>
          <ac:spMkLst>
            <pc:docMk/>
            <pc:sldMk cId="1641930268" sldId="437"/>
            <ac:spMk id="3" creationId="{7DE385DE-39ED-4E4D-BB19-7836E759A5A2}"/>
          </ac:spMkLst>
        </pc:spChg>
        <pc:spChg chg="add del mod">
          <ac:chgData name="Héctor Alonso Hormazábal Vildósola" userId="b9d27978aac6e731" providerId="LiveId" clId="{B71A42DC-BA9F-45EC-A9E4-553C128B583E}" dt="2026-04-04T04:27:16.494" v="250" actId="478"/>
          <ac:spMkLst>
            <pc:docMk/>
            <pc:sldMk cId="1641930268" sldId="437"/>
            <ac:spMk id="4" creationId="{3D4B4D3D-6758-43F2-B21E-9B669F85C905}"/>
          </ac:spMkLst>
        </pc:spChg>
        <pc:spChg chg="add del mod">
          <ac:chgData name="Héctor Alonso Hormazábal Vildósola" userId="b9d27978aac6e731" providerId="LiveId" clId="{B71A42DC-BA9F-45EC-A9E4-553C128B583E}" dt="2026-04-04T04:27:24.147" v="253" actId="478"/>
          <ac:spMkLst>
            <pc:docMk/>
            <pc:sldMk cId="1641930268" sldId="437"/>
            <ac:spMk id="5" creationId="{A422EC69-48F2-4592-90A8-45C17CB5E016}"/>
          </ac:spMkLst>
        </pc:spChg>
        <pc:spChg chg="mod">
          <ac:chgData name="Héctor Alonso Hormazábal Vildósola" userId="b9d27978aac6e731" providerId="LiveId" clId="{B71A42DC-BA9F-45EC-A9E4-553C128B583E}" dt="2026-04-04T04:18:26.040" v="217"/>
          <ac:spMkLst>
            <pc:docMk/>
            <pc:sldMk cId="1641930268" sldId="437"/>
            <ac:spMk id="6" creationId="{DB013D7C-6910-324A-931E-2860916070EC}"/>
          </ac:spMkLst>
        </pc:spChg>
        <pc:spChg chg="mod">
          <ac:chgData name="Héctor Alonso Hormazábal Vildósola" userId="b9d27978aac6e731" providerId="LiveId" clId="{B71A42DC-BA9F-45EC-A9E4-553C128B583E}" dt="2026-04-04T04:23:31.425" v="223" actId="2711"/>
          <ac:spMkLst>
            <pc:docMk/>
            <pc:sldMk cId="1641930268" sldId="437"/>
            <ac:spMk id="7" creationId="{1616B852-63A6-4684-9357-AC52515CBAE6}"/>
          </ac:spMkLst>
        </pc:spChg>
        <pc:spChg chg="add del mod">
          <ac:chgData name="Héctor Alonso Hormazábal Vildósola" userId="b9d27978aac6e731" providerId="LiveId" clId="{B71A42DC-BA9F-45EC-A9E4-553C128B583E}" dt="2026-04-04T04:27:24.147" v="253" actId="478"/>
          <ac:spMkLst>
            <pc:docMk/>
            <pc:sldMk cId="1641930268" sldId="437"/>
            <ac:spMk id="8" creationId="{8941D696-1E98-4375-ABEB-B668CA3EBD41}"/>
          </ac:spMkLst>
        </pc:spChg>
        <pc:spChg chg="add del mod">
          <ac:chgData name="Héctor Alonso Hormazábal Vildósola" userId="b9d27978aac6e731" providerId="LiveId" clId="{B71A42DC-BA9F-45EC-A9E4-553C128B583E}" dt="2026-04-04T04:27:35.220" v="256" actId="478"/>
          <ac:spMkLst>
            <pc:docMk/>
            <pc:sldMk cId="1641930268" sldId="437"/>
            <ac:spMk id="9" creationId="{1B0372CB-C649-4B34-9257-6B336BD17D20}"/>
          </ac:spMkLst>
        </pc:spChg>
        <pc:spChg chg="add del">
          <ac:chgData name="Héctor Alonso Hormazábal Vildósola" userId="b9d27978aac6e731" providerId="LiveId" clId="{B71A42DC-BA9F-45EC-A9E4-553C128B583E}" dt="2026-04-04T04:27:35.220" v="256" actId="478"/>
          <ac:spMkLst>
            <pc:docMk/>
            <pc:sldMk cId="1641930268" sldId="437"/>
            <ac:spMk id="10" creationId="{2C2A887C-46D5-43F4-B7F3-FA99A0594805}"/>
          </ac:spMkLst>
        </pc:spChg>
        <pc:spChg chg="add del">
          <ac:chgData name="Héctor Alonso Hormazábal Vildósola" userId="b9d27978aac6e731" providerId="LiveId" clId="{B71A42DC-BA9F-45EC-A9E4-553C128B583E}" dt="2026-04-04T04:27:35.220" v="256" actId="478"/>
          <ac:spMkLst>
            <pc:docMk/>
            <pc:sldMk cId="1641930268" sldId="437"/>
            <ac:spMk id="11" creationId="{C28C0017-3570-424D-A216-13D72180E943}"/>
          </ac:spMkLst>
        </pc:spChg>
        <pc:spChg chg="add del mod">
          <ac:chgData name="Héctor Alonso Hormazábal Vildósola" userId="b9d27978aac6e731" providerId="LiveId" clId="{B71A42DC-BA9F-45EC-A9E4-553C128B583E}" dt="2026-04-04T04:28:12.347" v="262" actId="478"/>
          <ac:spMkLst>
            <pc:docMk/>
            <pc:sldMk cId="1641930268" sldId="437"/>
            <ac:spMk id="12" creationId="{CD7F2D6F-0C3B-465D-8CAD-AB616C5B304C}"/>
          </ac:spMkLst>
        </pc:spChg>
        <pc:spChg chg="add del mod">
          <ac:chgData name="Héctor Alonso Hormazábal Vildósola" userId="b9d27978aac6e731" providerId="LiveId" clId="{B71A42DC-BA9F-45EC-A9E4-553C128B583E}" dt="2026-04-04T04:28:12.347" v="262" actId="478"/>
          <ac:spMkLst>
            <pc:docMk/>
            <pc:sldMk cId="1641930268" sldId="437"/>
            <ac:spMk id="13" creationId="{B09ED6ED-0DFB-485E-8BFD-288E05636653}"/>
          </ac:spMkLst>
        </pc:spChg>
        <pc:spChg chg="add del mod">
          <ac:chgData name="Héctor Alonso Hormazábal Vildósola" userId="b9d27978aac6e731" providerId="LiveId" clId="{B71A42DC-BA9F-45EC-A9E4-553C128B583E}" dt="2026-04-04T04:28:12.347" v="262" actId="478"/>
          <ac:spMkLst>
            <pc:docMk/>
            <pc:sldMk cId="1641930268" sldId="437"/>
            <ac:spMk id="14" creationId="{75CB94F3-3150-4E66-851B-A6A5FD337CA6}"/>
          </ac:spMkLst>
        </pc:spChg>
        <pc:spChg chg="add mod">
          <ac:chgData name="Héctor Alonso Hormazábal Vildósola" userId="b9d27978aac6e731" providerId="LiveId" clId="{B71A42DC-BA9F-45EC-A9E4-553C128B583E}" dt="2026-04-04T04:29:27.492" v="283" actId="20577"/>
          <ac:spMkLst>
            <pc:docMk/>
            <pc:sldMk cId="1641930268" sldId="437"/>
            <ac:spMk id="15" creationId="{CD54F256-3842-4404-A7FC-0A7076A26D0A}"/>
          </ac:spMkLst>
        </pc:spChg>
        <pc:spChg chg="add del mod">
          <ac:chgData name="Héctor Alonso Hormazábal Vildósola" userId="b9d27978aac6e731" providerId="LiveId" clId="{B71A42DC-BA9F-45EC-A9E4-553C128B583E}" dt="2026-04-04T04:28:30.426" v="267" actId="21"/>
          <ac:spMkLst>
            <pc:docMk/>
            <pc:sldMk cId="1641930268" sldId="437"/>
            <ac:spMk id="16" creationId="{9907C3FC-8DBF-4DC6-84E6-24F1E9E74450}"/>
          </ac:spMkLst>
        </pc:spChg>
        <pc:picChg chg="add mod">
          <ac:chgData name="Héctor Alonso Hormazábal Vildósola" userId="b9d27978aac6e731" providerId="LiveId" clId="{B71A42DC-BA9F-45EC-A9E4-553C128B583E}" dt="2026-04-04T04:29:41.907" v="284" actId="1076"/>
          <ac:picMkLst>
            <pc:docMk/>
            <pc:sldMk cId="1641930268" sldId="437"/>
            <ac:picMk id="2050" creationId="{414C7FC1-F49C-49AD-B1A5-4A11B095933D}"/>
          </ac:picMkLst>
        </pc:picChg>
      </pc:sldChg>
      <pc:sldChg chg="addSp delSp modSp add mod">
        <pc:chgData name="Héctor Alonso Hormazábal Vildósola" userId="b9d27978aac6e731" providerId="LiveId" clId="{B71A42DC-BA9F-45EC-A9E4-553C128B583E}" dt="2026-04-04T05:04:02.715" v="672" actId="20577"/>
        <pc:sldMkLst>
          <pc:docMk/>
          <pc:sldMk cId="1543918204" sldId="438"/>
        </pc:sldMkLst>
        <pc:spChg chg="add">
          <ac:chgData name="Héctor Alonso Hormazábal Vildósola" userId="b9d27978aac6e731" providerId="LiveId" clId="{B71A42DC-BA9F-45EC-A9E4-553C128B583E}" dt="2026-04-04T04:34:50.662" v="285"/>
          <ac:spMkLst>
            <pc:docMk/>
            <pc:sldMk cId="1543918204" sldId="438"/>
            <ac:spMk id="3" creationId="{E2DA24AA-40F8-4BC3-885A-DE16033D7D92}"/>
          </ac:spMkLst>
        </pc:spChg>
        <pc:spChg chg="add del mod">
          <ac:chgData name="Héctor Alonso Hormazábal Vildósola" userId="b9d27978aac6e731" providerId="LiveId" clId="{B71A42DC-BA9F-45EC-A9E4-553C128B583E}" dt="2026-04-04T04:35:06.037" v="287" actId="478"/>
          <ac:spMkLst>
            <pc:docMk/>
            <pc:sldMk cId="1543918204" sldId="438"/>
            <ac:spMk id="4" creationId="{4FFAD4A6-4037-4176-90A0-1EA0AE1B90C6}"/>
          </ac:spMkLst>
        </pc:spChg>
        <pc:spChg chg="mod">
          <ac:chgData name="Héctor Alonso Hormazábal Vildósola" userId="b9d27978aac6e731" providerId="LiveId" clId="{B71A42DC-BA9F-45EC-A9E4-553C128B583E}" dt="2026-04-04T04:18:26.040" v="217"/>
          <ac:spMkLst>
            <pc:docMk/>
            <pc:sldMk cId="1543918204" sldId="438"/>
            <ac:spMk id="6" creationId="{DB013D7C-6910-324A-931E-2860916070EC}"/>
          </ac:spMkLst>
        </pc:spChg>
        <pc:spChg chg="mod">
          <ac:chgData name="Héctor Alonso Hormazábal Vildósola" userId="b9d27978aac6e731" providerId="LiveId" clId="{B71A42DC-BA9F-45EC-A9E4-553C128B583E}" dt="2026-04-04T04:54:26.949" v="669" actId="20577"/>
          <ac:spMkLst>
            <pc:docMk/>
            <pc:sldMk cId="1543918204" sldId="438"/>
            <ac:spMk id="7" creationId="{1616B852-63A6-4684-9357-AC52515CBAE6}"/>
          </ac:spMkLst>
        </pc:spChg>
        <pc:spChg chg="add del mod">
          <ac:chgData name="Héctor Alonso Hormazábal Vildósola" userId="b9d27978aac6e731" providerId="LiveId" clId="{B71A42DC-BA9F-45EC-A9E4-553C128B583E}" dt="2026-04-04T04:37:32.517" v="303"/>
          <ac:spMkLst>
            <pc:docMk/>
            <pc:sldMk cId="1543918204" sldId="438"/>
            <ac:spMk id="9" creationId="{DA9BA2E0-0E3D-4696-B1DB-0D85D2975575}"/>
          </ac:spMkLst>
        </pc:spChg>
        <pc:spChg chg="add mod">
          <ac:chgData name="Héctor Alonso Hormazábal Vildósola" userId="b9d27978aac6e731" providerId="LiveId" clId="{B71A42DC-BA9F-45EC-A9E4-553C128B583E}" dt="2026-04-04T05:04:02.715" v="672" actId="20577"/>
          <ac:spMkLst>
            <pc:docMk/>
            <pc:sldMk cId="1543918204" sldId="438"/>
            <ac:spMk id="10" creationId="{82F5AEC1-CEAF-459F-844A-1648AB9C1029}"/>
          </ac:spMkLst>
        </pc:spChg>
        <pc:picChg chg="add del mod">
          <ac:chgData name="Héctor Alonso Hormazábal Vildósola" userId="b9d27978aac6e731" providerId="LiveId" clId="{B71A42DC-BA9F-45EC-A9E4-553C128B583E}" dt="2026-04-04T04:37:32.515" v="301" actId="478"/>
          <ac:picMkLst>
            <pc:docMk/>
            <pc:sldMk cId="1543918204" sldId="438"/>
            <ac:picMk id="8" creationId="{DA785D79-34B2-49DD-B774-84FE716E322C}"/>
          </ac:picMkLst>
        </pc:picChg>
      </pc:sldChg>
      <pc:sldChg chg="addSp modSp add mod">
        <pc:chgData name="Héctor Alonso Hormazábal Vildósola" userId="b9d27978aac6e731" providerId="LiveId" clId="{B71A42DC-BA9F-45EC-A9E4-553C128B583E}" dt="2026-04-04T04:52:42.795" v="606" actId="1076"/>
        <pc:sldMkLst>
          <pc:docMk/>
          <pc:sldMk cId="865393244" sldId="439"/>
        </pc:sldMkLst>
        <pc:spChg chg="mod">
          <ac:chgData name="Héctor Alonso Hormazábal Vildósola" userId="b9d27978aac6e731" providerId="LiveId" clId="{B71A42DC-BA9F-45EC-A9E4-553C128B583E}" dt="2026-04-04T04:18:26.040" v="217"/>
          <ac:spMkLst>
            <pc:docMk/>
            <pc:sldMk cId="865393244" sldId="439"/>
            <ac:spMk id="6" creationId="{DB013D7C-6910-324A-931E-2860916070EC}"/>
          </ac:spMkLst>
        </pc:spChg>
        <pc:spChg chg="mod">
          <ac:chgData name="Héctor Alonso Hormazábal Vildósola" userId="b9d27978aac6e731" providerId="LiveId" clId="{B71A42DC-BA9F-45EC-A9E4-553C128B583E}" dt="2026-04-04T04:48:18.818" v="603"/>
          <ac:spMkLst>
            <pc:docMk/>
            <pc:sldMk cId="865393244" sldId="439"/>
            <ac:spMk id="7" creationId="{1616B852-63A6-4684-9357-AC52515CBAE6}"/>
          </ac:spMkLst>
        </pc:spChg>
        <pc:picChg chg="add mod">
          <ac:chgData name="Héctor Alonso Hormazábal Vildósola" userId="b9d27978aac6e731" providerId="LiveId" clId="{B71A42DC-BA9F-45EC-A9E4-553C128B583E}" dt="2026-04-04T04:52:42.795" v="606" actId="1076"/>
          <ac:picMkLst>
            <pc:docMk/>
            <pc:sldMk cId="865393244" sldId="439"/>
            <ac:picMk id="4098" creationId="{C97F0F7D-9F6C-4BF9-BC0B-CE5940BC819D}"/>
          </ac:picMkLst>
        </pc:picChg>
      </pc:sldChg>
      <pc:sldChg chg="addSp modSp add mod">
        <pc:chgData name="Héctor Alonso Hormazábal Vildósola" userId="b9d27978aac6e731" providerId="LiveId" clId="{B71A42DC-BA9F-45EC-A9E4-553C128B583E}" dt="2026-04-04T05:35:46.145" v="800" actId="1076"/>
        <pc:sldMkLst>
          <pc:docMk/>
          <pc:sldMk cId="1386246225" sldId="440"/>
        </pc:sldMkLst>
        <pc:spChg chg="add mod">
          <ac:chgData name="Héctor Alonso Hormazábal Vildósola" userId="b9d27978aac6e731" providerId="LiveId" clId="{B71A42DC-BA9F-45EC-A9E4-553C128B583E}" dt="2026-04-04T05:35:46.145" v="800" actId="1076"/>
          <ac:spMkLst>
            <pc:docMk/>
            <pc:sldMk cId="1386246225" sldId="440"/>
            <ac:spMk id="3" creationId="{AFCB0E62-20D6-41AF-BF85-4F50FBE5B63A}"/>
          </ac:spMkLst>
        </pc:spChg>
        <pc:spChg chg="mod">
          <ac:chgData name="Héctor Alonso Hormazábal Vildósola" userId="b9d27978aac6e731" providerId="LiveId" clId="{B71A42DC-BA9F-45EC-A9E4-553C128B583E}" dt="2026-04-04T04:18:26.040" v="217"/>
          <ac:spMkLst>
            <pc:docMk/>
            <pc:sldMk cId="1386246225" sldId="440"/>
            <ac:spMk id="6" creationId="{DB013D7C-6910-324A-931E-2860916070EC}"/>
          </ac:spMkLst>
        </pc:spChg>
        <pc:spChg chg="mod">
          <ac:chgData name="Héctor Alonso Hormazábal Vildósola" userId="b9d27978aac6e731" providerId="LiveId" clId="{B71A42DC-BA9F-45EC-A9E4-553C128B583E}" dt="2026-04-04T05:06:34.430" v="674" actId="113"/>
          <ac:spMkLst>
            <pc:docMk/>
            <pc:sldMk cId="1386246225" sldId="440"/>
            <ac:spMk id="7" creationId="{1616B852-63A6-4684-9357-AC52515CBAE6}"/>
          </ac:spMkLst>
        </pc:spChg>
      </pc:sldChg>
      <pc:sldChg chg="addSp delSp modSp add mod">
        <pc:chgData name="Héctor Alonso Hormazábal Vildósola" userId="b9d27978aac6e731" providerId="LiveId" clId="{B71A42DC-BA9F-45EC-A9E4-553C128B583E}" dt="2026-04-04T05:44:31.052" v="886" actId="1076"/>
        <pc:sldMkLst>
          <pc:docMk/>
          <pc:sldMk cId="3387648126" sldId="441"/>
        </pc:sldMkLst>
        <pc:spChg chg="add mod">
          <ac:chgData name="Héctor Alonso Hormazábal Vildósola" userId="b9d27978aac6e731" providerId="LiveId" clId="{B71A42DC-BA9F-45EC-A9E4-553C128B583E}" dt="2026-04-04T05:43:08.500" v="872" actId="20577"/>
          <ac:spMkLst>
            <pc:docMk/>
            <pc:sldMk cId="3387648126" sldId="441"/>
            <ac:spMk id="3" creationId="{43D0B7C3-4712-4D63-8FE6-2CE89D82A471}"/>
          </ac:spMkLst>
        </pc:spChg>
        <pc:spChg chg="mod">
          <ac:chgData name="Héctor Alonso Hormazábal Vildósola" userId="b9d27978aac6e731" providerId="LiveId" clId="{B71A42DC-BA9F-45EC-A9E4-553C128B583E}" dt="2026-04-04T04:18:26.040" v="217"/>
          <ac:spMkLst>
            <pc:docMk/>
            <pc:sldMk cId="3387648126" sldId="441"/>
            <ac:spMk id="6" creationId="{DB013D7C-6910-324A-931E-2860916070EC}"/>
          </ac:spMkLst>
        </pc:spChg>
        <pc:spChg chg="mod">
          <ac:chgData name="Héctor Alonso Hormazábal Vildósola" userId="b9d27978aac6e731" providerId="LiveId" clId="{B71A42DC-BA9F-45EC-A9E4-553C128B583E}" dt="2026-04-04T05:36:00.475" v="827" actId="20577"/>
          <ac:spMkLst>
            <pc:docMk/>
            <pc:sldMk cId="3387648126" sldId="441"/>
            <ac:spMk id="7" creationId="{1616B852-63A6-4684-9357-AC52515CBAE6}"/>
          </ac:spMkLst>
        </pc:spChg>
        <pc:picChg chg="add mod">
          <ac:chgData name="Héctor Alonso Hormazábal Vildósola" userId="b9d27978aac6e731" providerId="LiveId" clId="{B71A42DC-BA9F-45EC-A9E4-553C128B583E}" dt="2026-04-04T05:44:31.052" v="886" actId="1076"/>
          <ac:picMkLst>
            <pc:docMk/>
            <pc:sldMk cId="3387648126" sldId="441"/>
            <ac:picMk id="5" creationId="{3E1DA965-1E85-4C19-BF92-53DBD9EE658D}"/>
          </ac:picMkLst>
        </pc:picChg>
        <pc:picChg chg="add del mod">
          <ac:chgData name="Héctor Alonso Hormazábal Vildósola" userId="b9d27978aac6e731" providerId="LiveId" clId="{B71A42DC-BA9F-45EC-A9E4-553C128B583E}" dt="2026-04-04T05:44:21.377" v="881" actId="478"/>
          <ac:picMkLst>
            <pc:docMk/>
            <pc:sldMk cId="3387648126" sldId="441"/>
            <ac:picMk id="6147" creationId="{5B628947-B84E-4DE9-9FAC-A4C62B3239F7}"/>
          </ac:picMkLst>
        </pc:picChg>
      </pc:sldChg>
      <pc:sldChg chg="addSp modSp add mod">
        <pc:chgData name="Héctor Alonso Hormazábal Vildósola" userId="b9d27978aac6e731" providerId="LiveId" clId="{B71A42DC-BA9F-45EC-A9E4-553C128B583E}" dt="2026-04-04T06:33:28.643" v="1349"/>
        <pc:sldMkLst>
          <pc:docMk/>
          <pc:sldMk cId="1936271266" sldId="442"/>
        </pc:sldMkLst>
        <pc:spChg chg="add mod">
          <ac:chgData name="Héctor Alonso Hormazábal Vildósola" userId="b9d27978aac6e731" providerId="LiveId" clId="{B71A42DC-BA9F-45EC-A9E4-553C128B583E}" dt="2026-04-04T06:01:49.285" v="1099" actId="767"/>
          <ac:spMkLst>
            <pc:docMk/>
            <pc:sldMk cId="1936271266" sldId="442"/>
            <ac:spMk id="4" creationId="{650D4791-CB01-4560-AF52-E66EBB50EA40}"/>
          </ac:spMkLst>
        </pc:spChg>
        <pc:spChg chg="mod">
          <ac:chgData name="Héctor Alonso Hormazábal Vildósola" userId="b9d27978aac6e731" providerId="LiveId" clId="{B71A42DC-BA9F-45EC-A9E4-553C128B583E}" dt="2026-04-04T04:18:26.040" v="217"/>
          <ac:spMkLst>
            <pc:docMk/>
            <pc:sldMk cId="1936271266" sldId="442"/>
            <ac:spMk id="6" creationId="{DB013D7C-6910-324A-931E-2860916070EC}"/>
          </ac:spMkLst>
        </pc:spChg>
        <pc:spChg chg="mod">
          <ac:chgData name="Héctor Alonso Hormazábal Vildósola" userId="b9d27978aac6e731" providerId="LiveId" clId="{B71A42DC-BA9F-45EC-A9E4-553C128B583E}" dt="2026-04-04T05:47:54.485" v="911" actId="20577"/>
          <ac:spMkLst>
            <pc:docMk/>
            <pc:sldMk cId="1936271266" sldId="442"/>
            <ac:spMk id="7" creationId="{1616B852-63A6-4684-9357-AC52515CBAE6}"/>
          </ac:spMkLst>
        </pc:spChg>
        <pc:graphicFrameChg chg="add mod modGraphic">
          <ac:chgData name="Héctor Alonso Hormazábal Vildósola" userId="b9d27978aac6e731" providerId="LiveId" clId="{B71A42DC-BA9F-45EC-A9E4-553C128B583E}" dt="2026-04-04T06:33:28.643" v="1349"/>
          <ac:graphicFrameMkLst>
            <pc:docMk/>
            <pc:sldMk cId="1936271266" sldId="442"/>
            <ac:graphicFrameMk id="3" creationId="{CA0F23A2-0C41-427B-95AF-5079D24138F8}"/>
          </ac:graphicFrameMkLst>
        </pc:graphicFrameChg>
      </pc:sldChg>
      <pc:sldChg chg="addSp modSp add mod">
        <pc:chgData name="Héctor Alonso Hormazábal Vildósola" userId="b9d27978aac6e731" providerId="LiveId" clId="{B71A42DC-BA9F-45EC-A9E4-553C128B583E}" dt="2026-04-04T06:17:27.370" v="1216" actId="113"/>
        <pc:sldMkLst>
          <pc:docMk/>
          <pc:sldMk cId="2542825168" sldId="443"/>
        </pc:sldMkLst>
        <pc:spChg chg="add mod">
          <ac:chgData name="Héctor Alonso Hormazábal Vildósola" userId="b9d27978aac6e731" providerId="LiveId" clId="{B71A42DC-BA9F-45EC-A9E4-553C128B583E}" dt="2026-04-04T06:17:27.370" v="1216" actId="113"/>
          <ac:spMkLst>
            <pc:docMk/>
            <pc:sldMk cId="2542825168" sldId="443"/>
            <ac:spMk id="3" creationId="{254CFE11-66A7-4778-B870-DC2F72C8C311}"/>
          </ac:spMkLst>
        </pc:spChg>
        <pc:spChg chg="mod">
          <ac:chgData name="Héctor Alonso Hormazábal Vildósola" userId="b9d27978aac6e731" providerId="LiveId" clId="{B71A42DC-BA9F-45EC-A9E4-553C128B583E}" dt="2026-04-04T06:07:32.594" v="1132"/>
          <ac:spMkLst>
            <pc:docMk/>
            <pc:sldMk cId="2542825168" sldId="443"/>
            <ac:spMk id="7" creationId="{1616B852-63A6-4684-9357-AC52515CBAE6}"/>
          </ac:spMkLst>
        </pc:spChg>
        <pc:picChg chg="add mod">
          <ac:chgData name="Héctor Alonso Hormazábal Vildósola" userId="b9d27978aac6e731" providerId="LiveId" clId="{B71A42DC-BA9F-45EC-A9E4-553C128B583E}" dt="2026-04-04T06:16:06.712" v="1179" actId="1076"/>
          <ac:picMkLst>
            <pc:docMk/>
            <pc:sldMk cId="2542825168" sldId="443"/>
            <ac:picMk id="8195" creationId="{E226DF09-4097-4359-9851-C565C1B07D04}"/>
          </ac:picMkLst>
        </pc:picChg>
      </pc:sldChg>
      <pc:sldChg chg="addSp delSp modSp add mod">
        <pc:chgData name="Héctor Alonso Hormazábal Vildósola" userId="b9d27978aac6e731" providerId="LiveId" clId="{B71A42DC-BA9F-45EC-A9E4-553C128B583E}" dt="2026-04-04T06:27:55.273" v="1323" actId="1076"/>
        <pc:sldMkLst>
          <pc:docMk/>
          <pc:sldMk cId="514231515" sldId="444"/>
        </pc:sldMkLst>
        <pc:spChg chg="add mod">
          <ac:chgData name="Héctor Alonso Hormazábal Vildósola" userId="b9d27978aac6e731" providerId="LiveId" clId="{B71A42DC-BA9F-45EC-A9E4-553C128B583E}" dt="2026-04-04T06:25:42.204" v="1318" actId="14100"/>
          <ac:spMkLst>
            <pc:docMk/>
            <pc:sldMk cId="514231515" sldId="444"/>
            <ac:spMk id="4" creationId="{DCB35BC0-12AF-4133-BB78-F683A2BA3CA6}"/>
          </ac:spMkLst>
        </pc:spChg>
        <pc:spChg chg="mod">
          <ac:chgData name="Héctor Alonso Hormazábal Vildósola" userId="b9d27978aac6e731" providerId="LiveId" clId="{B71A42DC-BA9F-45EC-A9E4-553C128B583E}" dt="2026-04-04T06:19:40.006" v="1218" actId="113"/>
          <ac:spMkLst>
            <pc:docMk/>
            <pc:sldMk cId="514231515" sldId="444"/>
            <ac:spMk id="7" creationId="{1616B852-63A6-4684-9357-AC52515CBAE6}"/>
          </ac:spMkLst>
        </pc:spChg>
        <pc:spChg chg="add del">
          <ac:chgData name="Héctor Alonso Hormazábal Vildósola" userId="b9d27978aac6e731" providerId="LiveId" clId="{B71A42DC-BA9F-45EC-A9E4-553C128B583E}" dt="2026-04-04T06:20:10.539" v="1220" actId="478"/>
          <ac:spMkLst>
            <pc:docMk/>
            <pc:sldMk cId="514231515" sldId="444"/>
            <ac:spMk id="8" creationId="{2C3560D3-7164-4550-BFD9-2589F9C30939}"/>
          </ac:spMkLst>
        </pc:spChg>
        <pc:picChg chg="add mod">
          <ac:chgData name="Héctor Alonso Hormazábal Vildósola" userId="b9d27978aac6e731" providerId="LiveId" clId="{B71A42DC-BA9F-45EC-A9E4-553C128B583E}" dt="2026-04-04T06:27:55.273" v="1323" actId="1076"/>
          <ac:picMkLst>
            <pc:docMk/>
            <pc:sldMk cId="514231515" sldId="444"/>
            <ac:picMk id="9219" creationId="{4F5A0855-0823-42A5-A0D4-D6FEA77EDC11}"/>
          </ac:picMkLst>
        </pc:picChg>
      </pc:sldChg>
      <pc:sldChg chg="addSp modSp add mod">
        <pc:chgData name="Héctor Alonso Hormazábal Vildósola" userId="b9d27978aac6e731" providerId="LiveId" clId="{B71A42DC-BA9F-45EC-A9E4-553C128B583E}" dt="2026-04-04T06:33:08.364" v="1347"/>
        <pc:sldMkLst>
          <pc:docMk/>
          <pc:sldMk cId="2798334163" sldId="445"/>
        </pc:sldMkLst>
        <pc:graphicFrameChg chg="add mod modGraphic">
          <ac:chgData name="Héctor Alonso Hormazábal Vildósola" userId="b9d27978aac6e731" providerId="LiveId" clId="{B71A42DC-BA9F-45EC-A9E4-553C128B583E}" dt="2026-04-04T06:33:08.364" v="1347"/>
          <ac:graphicFrameMkLst>
            <pc:docMk/>
            <pc:sldMk cId="2798334163" sldId="445"/>
            <ac:graphicFrameMk id="3" creationId="{C3705A99-26C4-407B-9519-85B1E7C5AE4E}"/>
          </ac:graphicFrameMkLst>
        </pc:graphicFrameChg>
      </pc:sldChg>
      <pc:sldChg chg="add">
        <pc:chgData name="Héctor Alonso Hormazábal Vildósola" userId="b9d27978aac6e731" providerId="LiveId" clId="{B71A42DC-BA9F-45EC-A9E4-553C128B583E}" dt="2026-04-04T06:34:07.282" v="1369"/>
        <pc:sldMkLst>
          <pc:docMk/>
          <pc:sldMk cId="2119428810" sldId="446"/>
        </pc:sldMkLst>
      </pc:sldChg>
      <pc:sldChg chg="add del">
        <pc:chgData name="Héctor Alonso Hormazábal Vildósola" userId="b9d27978aac6e731" providerId="LiveId" clId="{B71A42DC-BA9F-45EC-A9E4-553C128B583E}" dt="2026-04-04T06:33:51.712" v="1368" actId="47"/>
        <pc:sldMkLst>
          <pc:docMk/>
          <pc:sldMk cId="3537448122" sldId="44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319" cy="46524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885" y="0"/>
            <a:ext cx="3038319" cy="46524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E4ED5A-871E-4544-8630-E130C4C6C60A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519" y="4473472"/>
            <a:ext cx="5607362" cy="366087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31160"/>
            <a:ext cx="3038319" cy="46524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885" y="8831160"/>
            <a:ext cx="3038319" cy="46524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DDB131-80DD-4B65-AB6A-E7BEF34656D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573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131-80DD-4B65-AB6A-E7BEF34656D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8790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B7FBC-ECEC-269D-215F-D162FFF9E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0AA30F-29AB-99C7-E2BE-399AEECB53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0A463D-23AF-2853-E6A0-C64FF12940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walk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through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exactly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covers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Fundamentals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Business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Intelligence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comes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moves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Preparation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Predictive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hands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dirty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cleaning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III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exciting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Advanced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Analytics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Machine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IV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brings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together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focus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insights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ethically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support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decision-making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Notice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structured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like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pipeline: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understand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prepare data,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previous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so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keeping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up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pace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matters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point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feel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early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rather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help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rescue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final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2B35D8-E4D1-11C6-08FD-9B4D28EB76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131-80DD-4B65-AB6A-E7BEF34656D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4364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30BE7A-8D55-C0BF-AA69-97185351F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1BA2FE-FD8C-F5AE-BD7F-7417313C05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1BF3F5-6083-16B5-1886-A1ACC98411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walk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through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exactly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covers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Fundamentals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Business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Intelligence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comes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moves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Preparation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Predictive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hands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dirty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cleaning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III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exciting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Advanced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Analytics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Machine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IV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brings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together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focus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insights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ethically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support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decision-making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Notice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structured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like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pipeline: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understand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prepare data,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previous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so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keeping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up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pace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matters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point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feel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early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rather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help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rescue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final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E4F804-1CFB-9AB8-4956-3881673EFD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131-80DD-4B65-AB6A-E7BEF34656D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7202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EBBC2-9B7F-01D9-6162-E9883D794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21C98D-5F2D-873E-FD3D-B361145F50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584EA7-456D-1DFD-F720-CBB921F27B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walk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through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exactly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covers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Fundamentals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Business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Intelligence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comes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moves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Preparation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Predictive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hands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dirty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cleaning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III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exciting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Advanced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Analytics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Machine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IV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brings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together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focus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insights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ethically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support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decision-making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Notice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structured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like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pipeline: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understand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prepare data,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previous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so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keeping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up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pace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matters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point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feel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early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rather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help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rescue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final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292BAF-CB69-A4B4-E1E6-E6D7ADEA04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131-80DD-4B65-AB6A-E7BEF34656D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8343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13BC3-8372-D52C-D5CC-B4A043816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E72546-A19F-B3B2-BDEF-4B8E52BD76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7E7054-727E-4ED3-9E44-C777C92559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walk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through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exactly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covers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Fundamentals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Business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Intelligence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comes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moves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Preparation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Predictive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hands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dirty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cleaning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III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exciting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Advanced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Analytics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Machine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IV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brings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together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focus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insights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ethically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support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decision-making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Notice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structured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like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pipeline: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understand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prepare data,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previous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so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keeping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up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pace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matters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point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feel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early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rather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help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rescue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final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AB75B7-325E-2374-CE0F-ED6D91ACEF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131-80DD-4B65-AB6A-E7BEF34656D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419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4CD4B-6134-38A5-3C0C-8E030BBA4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2F0D2A-2649-D451-0F37-E19E8439A4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A063F1-E364-0805-91E2-331A437BC5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walk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through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exactly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covers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Fundamentals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Business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Intelligence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comes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moves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Preparation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Predictive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hands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dirty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cleaning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III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exciting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Advanced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Analytics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Machine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IV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brings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together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focus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insights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ethically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support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decision-making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Notice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structured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like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pipeline: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understand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prepare data,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previous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so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keeping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up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pace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matters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point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feel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early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rather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help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rescue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final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6875A6-3DCF-60B9-17B0-22311779ED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131-80DD-4B65-AB6A-E7BEF34656D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5237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47B2F-DC83-C212-3A0A-3C9DBABC5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A3289B-7EFB-8C6C-6C72-F4EEE5A6A6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131E55-18E2-C76E-7645-0040E72ECB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walk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through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exactly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covers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Fundamentals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Business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Intelligence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comes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moves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Preparation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Predictive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hands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dirty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cleaning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III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exciting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Advanced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Analytics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Machine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IV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brings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together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focus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insights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ethically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support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decision-making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Notice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structured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like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pipeline: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understand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prepare data,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previous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so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keeping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up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pace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matters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point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feel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early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rather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help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rescue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final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16B3B1-D049-9B01-069E-34C04F9E1C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131-80DD-4B65-AB6A-E7BEF34656D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4479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FD5C6-6E96-6FB9-E360-9124FE13A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AD0C02-5C67-EE96-8C0A-ACEA14767E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36C42E-935C-2D3F-BCDA-6F59D5153E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walk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through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exactly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covers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Fundamentals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Business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Intelligence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comes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moves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Preparation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Predictive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hands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dirty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cleaning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III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exciting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Advanced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Analytics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Machine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IV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brings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together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focus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insights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ethically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support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decision-making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Notice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structured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like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pipeline: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understand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prepare data,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previous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so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keeping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up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pace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matters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point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feel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early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rather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help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rescue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final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7541A8-B7A5-7F48-3909-83A8F56F55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131-80DD-4B65-AB6A-E7BEF34656D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9264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1B922-551A-7809-DB7E-D6E34326E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3C8EF1-5584-0E92-E6B0-3EC2C7D489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BD48F3-978F-189E-AFB8-7AE6CCB874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walk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through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exactly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covers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Fundamentals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Business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Intelligence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comes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moves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Preparation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Predictive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hands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dirty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cleaning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III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exciting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Advanced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Analytics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Machine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IV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brings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together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focus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insights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ethically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support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decision-making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Notice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structured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like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pipeline: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understand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prepare data,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previous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so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keeping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up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pace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matters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point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feel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early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rather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help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rescue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final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1A7CA-8930-BD81-D395-92A3B5DA46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131-80DD-4B65-AB6A-E7BEF34656D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2176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40CDA-9B4A-00B6-E75D-0595DF5EE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A3FCB9-CD4C-3BD5-39F5-55E605FDC9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DD63E7-6E49-34A7-24A2-B103271A53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walk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through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exactly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covers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Fundamentals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Business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Intelligence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comes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moves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Preparation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Predictive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hands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dirty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cleaning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III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exciting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Advanced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Analytics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Machine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IV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brings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together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focus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insights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ethically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support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decision-making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Notice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structured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like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pipeline: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understand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prepare data,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previous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so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keeping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up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pace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matters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point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feel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early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rather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help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rescue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final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22E278-1758-A4C4-5937-C7AAE5A622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131-80DD-4B65-AB6A-E7BEF34656D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1193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956C58-2B93-42E6-9CDE-9F837FD256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05C6770-B59D-42DE-8D03-33D589292F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E4CA293-93F0-45BC-AEED-C2C5CACB1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7CACA-0C01-43AF-89B6-7E7D04E651FD}" type="datetimeFigureOut">
              <a:rPr lang="es-CL" smtClean="0"/>
              <a:t>06-05-2026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3C02EBB-1C18-4B40-9E89-BB1820292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43C7F92-FCE0-4C48-9DF2-E3D0BCA14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9E6D1-984B-46DC-8B61-3FBD39AB2A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45950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9B2EE1-8DA7-40DB-BA2A-E8DDD7951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4232485-33A6-4477-BC7D-3A41A400A8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4A453EC-9D11-420C-908E-46DF2A280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7CACA-0C01-43AF-89B6-7E7D04E651FD}" type="datetimeFigureOut">
              <a:rPr lang="es-CL" smtClean="0"/>
              <a:t>06-05-2026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04CCEBC-7624-4694-894A-3BCD6F2A6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66EE914-94B8-4E83-AA9E-2A9AC0EC9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9E6D1-984B-46DC-8B61-3FBD39AB2A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19423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0A9B43-2E43-4C05-9059-3E27F939E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E183005-9C20-4DB8-B2E5-A9486B397C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E309D7-9A89-444B-887C-88C7421E3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7CACA-0C01-43AF-89B6-7E7D04E651FD}" type="datetimeFigureOut">
              <a:rPr lang="es-CL" smtClean="0"/>
              <a:t>06-05-2026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5DE2309-E996-4689-B1F7-0824EC51F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F63F54C-4F3F-4474-AAE9-4B507FEE4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9E6D1-984B-46DC-8B61-3FBD39AB2A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62289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0BB339-D80E-4259-8368-E6EFD0AB4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EC2EC6-7974-418B-8E94-2C518A4F02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17D232C-B60A-4B2F-8B56-6747734AB9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4E33A31-13D4-420A-B839-EFD089C96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7CACA-0C01-43AF-89B6-7E7D04E651FD}" type="datetimeFigureOut">
              <a:rPr lang="es-CL" smtClean="0"/>
              <a:t>06-05-2026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561612D-A82E-47A2-8E5C-246A0EF65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7CA155A-9C12-4DB8-94A5-5C9661D5A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9E6D1-984B-46DC-8B61-3FBD39AB2A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88936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5EA5D3-7BFE-4B37-BC15-D96C1E2B9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1778144-4E19-4BAB-8A10-ECBC1024E0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C3E319A-2E77-4649-88E0-0D58E193B3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6EEE07E-3A95-402D-8661-16201E634C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1DF6699-B7FF-4D87-B714-C8250A62B2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BEE464B-0630-417F-9426-6F4105587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7CACA-0C01-43AF-89B6-7E7D04E651FD}" type="datetimeFigureOut">
              <a:rPr lang="es-CL" smtClean="0"/>
              <a:t>06-05-2026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77230FD-F75E-477F-B6BB-A67819A5C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13E43BC-990E-47A6-BA74-74A253545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9E6D1-984B-46DC-8B61-3FBD39AB2A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42925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CAEE56-0FF1-4325-8F11-278643706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AB73E8B-CF14-449E-A330-FD4D55ABC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7CACA-0C01-43AF-89B6-7E7D04E651FD}" type="datetimeFigureOut">
              <a:rPr lang="es-CL" smtClean="0"/>
              <a:t>06-05-2026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ED6F627-86B9-4779-8970-A1A3CB46A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597DC80-FC4F-4153-9057-8BA499A96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9E6D1-984B-46DC-8B61-3FBD39AB2A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47318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FB130DF-15A9-43A4-A61D-6C64CCDD5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7CACA-0C01-43AF-89B6-7E7D04E651FD}" type="datetimeFigureOut">
              <a:rPr lang="es-CL" smtClean="0"/>
              <a:t>06-05-2026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AD7A77A-394A-45FF-B2EA-21D925C60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0CFBB0A-ED7E-4EAD-88E5-61C84ED0A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9E6D1-984B-46DC-8B61-3FBD39AB2A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85257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3349D5-CA78-4C19-9EB4-10733F973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1F21E93-3261-4190-BBB2-63CFFB8F02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B23267E-E1FD-429E-812B-262712FAA4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57308A0-6CCE-4FB6-A66A-8DED7B0BA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7CACA-0C01-43AF-89B6-7E7D04E651FD}" type="datetimeFigureOut">
              <a:rPr lang="es-CL" smtClean="0"/>
              <a:t>06-05-2026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FB5B204-5199-4782-8ECF-05C4C88E2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9130D90-8BAD-466C-9302-791EC3935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9E6D1-984B-46DC-8B61-3FBD39AB2A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86656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59DA58-8A5F-4D02-9DF3-940B8113E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BB48E5E-FD10-4615-BCE6-8B9918FFA7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89B308F-814B-41E8-AC24-6DBC51133E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21376FD-A848-4D0E-8F32-EBA087517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7CACA-0C01-43AF-89B6-7E7D04E651FD}" type="datetimeFigureOut">
              <a:rPr lang="es-CL" smtClean="0"/>
              <a:t>06-05-2026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4D63E9E-AEB2-4506-85D8-EC9CFB6AE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A30EB25-68F2-42CC-82D9-8282F1ABE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9E6D1-984B-46DC-8B61-3FBD39AB2A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602793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34D939-6827-460F-9BA9-D9EB24C6E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4BD03BF-8A22-4428-A138-4FA0853833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0C56E2E-05B1-4962-96F4-2CCBE5F22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7CACA-0C01-43AF-89B6-7E7D04E651FD}" type="datetimeFigureOut">
              <a:rPr lang="es-CL" smtClean="0"/>
              <a:t>06-05-2026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8DB0A4B-301D-4744-860C-5B04C061F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310D734-2B34-4F48-ADFF-283348839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9E6D1-984B-46DC-8B61-3FBD39AB2A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59593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00B3DBF-385A-45FB-BB2B-D0B84FCC15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028EC30-4B1B-415C-9768-986A57C776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55CE1D7-8E47-4FD0-97C8-BFECC9B42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7CACA-0C01-43AF-89B6-7E7D04E651FD}" type="datetimeFigureOut">
              <a:rPr lang="es-CL" smtClean="0"/>
              <a:t>06-05-2026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CDB684F-50C6-4F1D-AD98-71083DC9F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DFC2AFA-2622-46D5-B58E-83EC2B68A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9E6D1-984B-46DC-8B61-3FBD39AB2A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53582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168C10C-7047-4062-9ADD-90AB7D69F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FD63B4F-A322-41B5-A16D-346326B6A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C50213B-12DA-4E71-82AD-59E1E52FDF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47CACA-0C01-43AF-89B6-7E7D04E651FD}" type="datetimeFigureOut">
              <a:rPr lang="es-CL" smtClean="0"/>
              <a:t>06-05-2026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CEC55FC-5C84-4652-A1B2-C47F38EF5B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7E626A3-7927-4E16-9E65-034576C929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79E6D1-984B-46DC-8B61-3FBD39AB2A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51356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D6F9E438-2579-48BA-85C0-3831D3D026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6128" y="2417899"/>
            <a:ext cx="9980002" cy="2138249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794F2F35-203D-41CB-8506-3752C0BD239E}"/>
              </a:ext>
            </a:extLst>
          </p:cNvPr>
          <p:cNvSpPr txBox="1"/>
          <p:nvPr/>
        </p:nvSpPr>
        <p:spPr>
          <a:xfrm>
            <a:off x="805870" y="3245747"/>
            <a:ext cx="1067405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800" b="1" dirty="0">
                <a:latin typeface="CMU Sans Serif" panose="02000603000000000000"/>
              </a:rPr>
              <a:t>Class 9: Machine </a:t>
            </a:r>
            <a:r>
              <a:rPr lang="es-CL" sz="2800" b="1" dirty="0" err="1">
                <a:latin typeface="CMU Sans Serif" panose="02000603000000000000"/>
              </a:rPr>
              <a:t>Learning</a:t>
            </a:r>
            <a:r>
              <a:rPr lang="es-CL" sz="2800" b="1" dirty="0">
                <a:latin typeface="CMU Sans Serif" panose="02000603000000000000"/>
              </a:rPr>
              <a:t> - Random Forest</a:t>
            </a:r>
          </a:p>
          <a:p>
            <a:pPr algn="ctr"/>
            <a:r>
              <a:rPr lang="en-US" sz="1800" b="1" dirty="0">
                <a:effectLst/>
                <a:latin typeface="CMU Sans Serif" panose="02000603000000000000"/>
                <a:ea typeface="Arial" panose="020B0604020202020204" pitchFamily="34" charset="0"/>
              </a:rPr>
              <a:t>UNIT III: Advanced Analytics and Machine Learning Models</a:t>
            </a:r>
            <a:endParaRPr lang="es-CL" sz="2000" dirty="0">
              <a:latin typeface="CMU Sans Serif" panose="02000603000000000000"/>
              <a:ea typeface="CMU Sans Serif" panose="02000603000000000000" pitchFamily="2" charset="0"/>
              <a:cs typeface="CMU Sans Serif" panose="02000603000000000000" pitchFamily="2" charset="0"/>
            </a:endParaRPr>
          </a:p>
          <a:p>
            <a:pPr algn="ctr"/>
            <a:endParaRPr lang="es-CL" sz="20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96B4FB7F-A091-4C02-86D9-92C1AE799E74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</a:blip>
          <a:stretch>
            <a:fillRect/>
          </a:stretch>
        </p:blipFill>
        <p:spPr>
          <a:xfrm>
            <a:off x="-4" y="3578"/>
            <a:ext cx="12192000" cy="399042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9D372040-6CA4-4A06-9D54-3777D0D8BBE2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-4" y="6578525"/>
            <a:ext cx="12192000" cy="288870"/>
          </a:xfrm>
          <a:prstGeom prst="rect">
            <a:avLst/>
          </a:prstGeom>
        </p:spPr>
      </p:pic>
      <p:pic>
        <p:nvPicPr>
          <p:cNvPr id="1026" name="Picture 2" descr="Logos - Imagen UDD">
            <a:extLst>
              <a:ext uri="{FF2B5EF4-FFF2-40B4-BE49-F238E27FC236}">
                <a16:creationId xmlns:a16="http://schemas.microsoft.com/office/drawing/2014/main" id="{076CCFA2-EB6F-8536-54BC-13384D9CF1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4084" y="1324170"/>
            <a:ext cx="4100830" cy="1441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uadroTexto 6">
            <a:extLst>
              <a:ext uri="{FF2B5EF4-FFF2-40B4-BE49-F238E27FC236}">
                <a16:creationId xmlns:a16="http://schemas.microsoft.com/office/drawing/2014/main" id="{832B43B6-E8D7-9865-7E68-C174319807ED}"/>
              </a:ext>
            </a:extLst>
          </p:cNvPr>
          <p:cNvSpPr txBox="1"/>
          <p:nvPr/>
        </p:nvSpPr>
        <p:spPr>
          <a:xfrm>
            <a:off x="3945218" y="5585882"/>
            <a:ext cx="437856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0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Sebastián Muñoz-Herrera, PhD.</a:t>
            </a:r>
          </a:p>
          <a:p>
            <a:pPr algn="ctr"/>
            <a:r>
              <a:rPr lang="es-CL" sz="20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Héctor Hormazábal </a:t>
            </a:r>
          </a:p>
          <a:p>
            <a:pPr algn="ctr"/>
            <a:endParaRPr lang="es-CL" sz="20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pic>
        <p:nvPicPr>
          <p:cNvPr id="6" name="Picture 2" descr="Facultad de Ingeniería UDD - YouTube">
            <a:extLst>
              <a:ext uri="{FF2B5EF4-FFF2-40B4-BE49-F238E27FC236}">
                <a16:creationId xmlns:a16="http://schemas.microsoft.com/office/drawing/2014/main" id="{0C274A01-ACE3-103C-AFB1-CF811B1EA8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0333" y="4778138"/>
            <a:ext cx="1796867" cy="1796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CuadroTexto 12">
            <a:extLst>
              <a:ext uri="{FF2B5EF4-FFF2-40B4-BE49-F238E27FC236}">
                <a16:creationId xmlns:a16="http://schemas.microsoft.com/office/drawing/2014/main" id="{22C1A953-D66F-4865-978D-6FD9CB0A38DD}"/>
              </a:ext>
            </a:extLst>
          </p:cNvPr>
          <p:cNvSpPr txBox="1"/>
          <p:nvPr/>
        </p:nvSpPr>
        <p:spPr>
          <a:xfrm>
            <a:off x="134378" y="6587658"/>
            <a:ext cx="13383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</a:t>
            </a:r>
            <a:r>
              <a:rPr lang="es-CL" sz="12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Muñoz-Herrera and  Hormazábal	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             </a:t>
            </a:r>
            <a:r>
              <a:rPr lang="en-US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Class 9: Machine Learning – Random Forest 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</a:t>
            </a:r>
            <a:r>
              <a:rPr lang="en-US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UNIT III: Advanced Analytics and Machine Learning Models 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	   </a:t>
            </a:r>
            <a:endParaRPr lang="es-CL" sz="14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21862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B42E4-FB51-393E-4F06-6460F1C92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n 11">
            <a:extLst>
              <a:ext uri="{FF2B5EF4-FFF2-40B4-BE49-F238E27FC236}">
                <a16:creationId xmlns:a16="http://schemas.microsoft.com/office/drawing/2014/main" id="{1A3EC42F-03F5-0678-C56C-01A70C6EB6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587658"/>
            <a:ext cx="12191996" cy="2888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7E7C392-A3D7-2792-D70A-62ED886F6EF7}"/>
              </a:ext>
            </a:extLst>
          </p:cNvPr>
          <p:cNvSpPr/>
          <p:nvPr/>
        </p:nvSpPr>
        <p:spPr>
          <a:xfrm>
            <a:off x="-4" y="0"/>
            <a:ext cx="12192000" cy="1024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1616B852-63A6-4684-9357-AC52515CBAE6}"/>
              </a:ext>
            </a:extLst>
          </p:cNvPr>
          <p:cNvSpPr txBox="1"/>
          <p:nvPr/>
        </p:nvSpPr>
        <p:spPr>
          <a:xfrm>
            <a:off x="174135" y="278407"/>
            <a:ext cx="11920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CMU Sans Serif" panose="02000603000000000000"/>
              </a:rPr>
              <a:t>Why ensembled methods?</a:t>
            </a:r>
            <a:endParaRPr lang="en-US" sz="3600" b="1" dirty="0">
              <a:latin typeface="CMU Sans Serif" panose="0200060300000000000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9" name="CuadroTexto 12">
            <a:extLst>
              <a:ext uri="{FF2B5EF4-FFF2-40B4-BE49-F238E27FC236}">
                <a16:creationId xmlns:a16="http://schemas.microsoft.com/office/drawing/2014/main" id="{F40B9326-F613-4967-9B58-061B79464E3A}"/>
              </a:ext>
            </a:extLst>
          </p:cNvPr>
          <p:cNvSpPr txBox="1"/>
          <p:nvPr/>
        </p:nvSpPr>
        <p:spPr>
          <a:xfrm>
            <a:off x="134378" y="6587658"/>
            <a:ext cx="13383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</a:t>
            </a:r>
            <a:r>
              <a:rPr lang="es-CL" sz="12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Muñoz-Herrera and  Hormazábal	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             </a:t>
            </a:r>
            <a:r>
              <a:rPr lang="en-US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Class 9: Machine Learning – Decision Tree 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</a:t>
            </a:r>
            <a:r>
              <a:rPr lang="en-US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UNIT III: Advanced Analytics and Machine Learning Models 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	   </a:t>
            </a:r>
            <a:endParaRPr lang="es-CL" sz="14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2972D4-95C9-49FD-AB8C-484345006347}"/>
              </a:ext>
            </a:extLst>
          </p:cNvPr>
          <p:cNvSpPr txBox="1"/>
          <p:nvPr/>
        </p:nvSpPr>
        <p:spPr>
          <a:xfrm>
            <a:off x="385152" y="2091624"/>
            <a:ext cx="517158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/>
              <a:t>Combine multiple models (base learners) to improve performance</a:t>
            </a:r>
          </a:p>
          <a:p>
            <a:pPr algn="just"/>
            <a:endParaRPr lang="en-US" sz="2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 dirty="0"/>
              <a:t>Goal: </a:t>
            </a:r>
            <a:r>
              <a:rPr lang="en-US" sz="2000" dirty="0"/>
              <a:t>Reduce variance, bias, or both compared to single models</a:t>
            </a:r>
          </a:p>
          <a:p>
            <a:pPr algn="just"/>
            <a:endParaRPr lang="en-US" sz="2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 dirty="0"/>
              <a:t>Key idea: </a:t>
            </a:r>
            <a:r>
              <a:rPr lang="en-US" sz="2000" dirty="0"/>
              <a:t>Weak learners → strong committee</a:t>
            </a:r>
          </a:p>
          <a:p>
            <a:pPr algn="just"/>
            <a:endParaRPr lang="en-US" sz="2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 dirty="0"/>
              <a:t>Analogy: </a:t>
            </a:r>
            <a:r>
              <a:rPr lang="en-US" sz="2000" dirty="0"/>
              <a:t>"Wisdom of the crowd"</a:t>
            </a:r>
            <a:endParaRPr lang="en-US" sz="2000" dirty="0">
              <a:latin typeface="CMU Sans Serif" panose="02000603000000000000"/>
            </a:endParaRPr>
          </a:p>
        </p:txBody>
      </p:sp>
      <p:pic>
        <p:nvPicPr>
          <p:cNvPr id="1026" name="Picture 2" descr="What is Ensemble Learning? | Encord">
            <a:extLst>
              <a:ext uri="{FF2B5EF4-FFF2-40B4-BE49-F238E27FC236}">
                <a16:creationId xmlns:a16="http://schemas.microsoft.com/office/drawing/2014/main" id="{18EB148F-EC14-7F89-7FAA-3125B15F8E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2727" y="1570893"/>
            <a:ext cx="5653765" cy="4074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2915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74B5B-1BA2-AA52-77A6-DF3B0817B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n 11">
            <a:extLst>
              <a:ext uri="{FF2B5EF4-FFF2-40B4-BE49-F238E27FC236}">
                <a16:creationId xmlns:a16="http://schemas.microsoft.com/office/drawing/2014/main" id="{BF3092B5-2811-6EDE-1D15-6032126E5D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587658"/>
            <a:ext cx="12191996" cy="2888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18E3289-3F1C-3C86-8AA2-C3373D60D2CF}"/>
              </a:ext>
            </a:extLst>
          </p:cNvPr>
          <p:cNvSpPr/>
          <p:nvPr/>
        </p:nvSpPr>
        <p:spPr>
          <a:xfrm>
            <a:off x="-4" y="0"/>
            <a:ext cx="12192000" cy="1024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8B9AB446-35CF-DE91-B60B-5C8EF54B1E65}"/>
              </a:ext>
            </a:extLst>
          </p:cNvPr>
          <p:cNvSpPr txBox="1"/>
          <p:nvPr/>
        </p:nvSpPr>
        <p:spPr>
          <a:xfrm>
            <a:off x="174135" y="278407"/>
            <a:ext cx="11920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CMU Sans Serif" panose="02000603000000000000"/>
              </a:rPr>
              <a:t>Three Main Ensemble Families</a:t>
            </a:r>
            <a:endParaRPr lang="en-US" sz="3600" b="1" dirty="0">
              <a:latin typeface="CMU Sans Serif" panose="0200060300000000000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9" name="CuadroTexto 12">
            <a:extLst>
              <a:ext uri="{FF2B5EF4-FFF2-40B4-BE49-F238E27FC236}">
                <a16:creationId xmlns:a16="http://schemas.microsoft.com/office/drawing/2014/main" id="{D39FDE58-1F0F-C247-4C78-48D5F1F3AC2D}"/>
              </a:ext>
            </a:extLst>
          </p:cNvPr>
          <p:cNvSpPr txBox="1"/>
          <p:nvPr/>
        </p:nvSpPr>
        <p:spPr>
          <a:xfrm>
            <a:off x="134378" y="6587658"/>
            <a:ext cx="13383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</a:t>
            </a:r>
            <a:r>
              <a:rPr lang="es-CL" sz="12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Muñoz-Herrera and  Hormazábal	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             </a:t>
            </a:r>
            <a:r>
              <a:rPr lang="en-US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Class 9: Machine Learning – Decision Tree 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</a:t>
            </a:r>
            <a:r>
              <a:rPr lang="en-US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UNIT III: Advanced Analytics and Machine Learning Models 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	   </a:t>
            </a:r>
            <a:endParaRPr lang="es-CL" sz="14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pic>
        <p:nvPicPr>
          <p:cNvPr id="3075" name="Picture 3" descr="Ensemble Methods - Overview, Categories, Main Types">
            <a:extLst>
              <a:ext uri="{FF2B5EF4-FFF2-40B4-BE49-F238E27FC236}">
                <a16:creationId xmlns:a16="http://schemas.microsoft.com/office/drawing/2014/main" id="{3D2D1337-2732-BAC4-ED03-F4A751098A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7881" y="1620371"/>
            <a:ext cx="6753469" cy="2778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616A0A24-147D-29D2-BA49-8C9D9D311A93}"/>
              </a:ext>
            </a:extLst>
          </p:cNvPr>
          <p:cNvSpPr txBox="1"/>
          <p:nvPr/>
        </p:nvSpPr>
        <p:spPr>
          <a:xfrm>
            <a:off x="9226061" y="3286609"/>
            <a:ext cx="265527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L" dirty="0"/>
              <a:t>Train a meta-</a:t>
            </a:r>
            <a:r>
              <a:rPr lang="es-CL" dirty="0" err="1"/>
              <a:t>model</a:t>
            </a:r>
            <a:r>
              <a:rPr lang="es-CL" dirty="0"/>
              <a:t> </a:t>
            </a:r>
            <a:r>
              <a:rPr lang="es-CL" dirty="0" err="1"/>
              <a:t>on</a:t>
            </a:r>
            <a:r>
              <a:rPr lang="es-CL" dirty="0"/>
              <a:t> base </a:t>
            </a:r>
            <a:r>
              <a:rPr lang="es-CL" dirty="0" err="1"/>
              <a:t>model</a:t>
            </a:r>
            <a:r>
              <a:rPr lang="es-CL" dirty="0"/>
              <a:t> outputs</a:t>
            </a:r>
          </a:p>
          <a:p>
            <a:pPr algn="ctr"/>
            <a:r>
              <a:rPr lang="es-CL" dirty="0"/>
              <a:t>Combine </a:t>
            </a:r>
            <a:r>
              <a:rPr lang="es-CL" dirty="0" err="1"/>
              <a:t>strengths</a:t>
            </a:r>
            <a:r>
              <a:rPr lang="es-CL" dirty="0"/>
              <a:t>	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1FDE2F5-F27B-1AA7-CDFF-8CBFF8786C13}"/>
              </a:ext>
            </a:extLst>
          </p:cNvPr>
          <p:cNvSpPr txBox="1"/>
          <p:nvPr/>
        </p:nvSpPr>
        <p:spPr>
          <a:xfrm>
            <a:off x="-216877" y="3271538"/>
            <a:ext cx="341727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L" dirty="0"/>
              <a:t>Train </a:t>
            </a:r>
            <a:r>
              <a:rPr lang="es-CL" dirty="0" err="1"/>
              <a:t>models</a:t>
            </a:r>
            <a:r>
              <a:rPr lang="es-CL" dirty="0"/>
              <a:t> in </a:t>
            </a:r>
            <a:r>
              <a:rPr lang="es-CL" dirty="0" err="1"/>
              <a:t>parallel</a:t>
            </a:r>
            <a:r>
              <a:rPr lang="es-CL" dirty="0"/>
              <a:t> </a:t>
            </a:r>
            <a:r>
              <a:rPr lang="es-CL" dirty="0" err="1"/>
              <a:t>on</a:t>
            </a:r>
            <a:r>
              <a:rPr lang="es-CL" dirty="0"/>
              <a:t> </a:t>
            </a:r>
            <a:r>
              <a:rPr lang="es-CL" dirty="0" err="1"/>
              <a:t>bootstrapped</a:t>
            </a:r>
            <a:r>
              <a:rPr lang="es-CL" dirty="0"/>
              <a:t> data	</a:t>
            </a:r>
          </a:p>
          <a:p>
            <a:pPr algn="ctr"/>
            <a:r>
              <a:rPr lang="es-CL" dirty="0"/>
              <a:t>Reduce </a:t>
            </a:r>
            <a:r>
              <a:rPr lang="es-CL" dirty="0" err="1"/>
              <a:t>variance</a:t>
            </a:r>
            <a:endParaRPr lang="es-CL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B559944-C844-4F36-CE01-39F02932E212}"/>
              </a:ext>
            </a:extLst>
          </p:cNvPr>
          <p:cNvSpPr txBox="1"/>
          <p:nvPr/>
        </p:nvSpPr>
        <p:spPr>
          <a:xfrm>
            <a:off x="4505332" y="4811120"/>
            <a:ext cx="211825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L" dirty="0"/>
              <a:t>Train </a:t>
            </a:r>
            <a:r>
              <a:rPr lang="es-CL" dirty="0" err="1"/>
              <a:t>models</a:t>
            </a:r>
            <a:r>
              <a:rPr lang="es-CL" dirty="0"/>
              <a:t> </a:t>
            </a:r>
            <a:r>
              <a:rPr lang="es-CL" dirty="0" err="1"/>
              <a:t>sequentially</a:t>
            </a:r>
            <a:endParaRPr lang="es-CL" dirty="0"/>
          </a:p>
          <a:p>
            <a:pPr algn="ctr"/>
            <a:r>
              <a:rPr lang="es-CL" dirty="0" err="1"/>
              <a:t>correct</a:t>
            </a:r>
            <a:r>
              <a:rPr lang="es-CL" dirty="0"/>
              <a:t> </a:t>
            </a:r>
            <a:r>
              <a:rPr lang="es-CL" dirty="0" err="1"/>
              <a:t>errors</a:t>
            </a:r>
            <a:r>
              <a:rPr lang="es-CL" dirty="0"/>
              <a:t>. Reduce </a:t>
            </a:r>
            <a:r>
              <a:rPr lang="es-CL" dirty="0" err="1"/>
              <a:t>bias</a:t>
            </a:r>
            <a:endParaRPr lang="es-CL" dirty="0"/>
          </a:p>
        </p:txBody>
      </p:sp>
      <p:pic>
        <p:nvPicPr>
          <p:cNvPr id="3077" name="Picture 5" descr="Ensemble Learning: Bagging &amp; Boosting | Towards Data Science">
            <a:extLst>
              <a:ext uri="{FF2B5EF4-FFF2-40B4-BE49-F238E27FC236}">
                <a16:creationId xmlns:a16="http://schemas.microsoft.com/office/drawing/2014/main" id="{A08F38CA-5B84-5EC6-B6EB-D2014BA586D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60" r="57277" b="18915"/>
          <a:stretch>
            <a:fillRect/>
          </a:stretch>
        </p:blipFill>
        <p:spPr bwMode="auto">
          <a:xfrm>
            <a:off x="593670" y="1350596"/>
            <a:ext cx="1796181" cy="1821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9" name="Picture 7" descr="Ensemble Learning: Bagging &amp; Boosting | Towards Data Science">
            <a:extLst>
              <a:ext uri="{FF2B5EF4-FFF2-40B4-BE49-F238E27FC236}">
                <a16:creationId xmlns:a16="http://schemas.microsoft.com/office/drawing/2014/main" id="{C38FC24F-A8E4-336D-B688-2C30078A91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991" t="4060" r="796" b="21904"/>
          <a:stretch>
            <a:fillRect/>
          </a:stretch>
        </p:blipFill>
        <p:spPr bwMode="auto">
          <a:xfrm>
            <a:off x="6415271" y="4513213"/>
            <a:ext cx="1777475" cy="1796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5" name="Picture 13" descr="Stacking to Improve Model Performance: A Comprehensive Guide on Ensemble  Learning in Python | by Brijesh Soni | Medium">
            <a:extLst>
              <a:ext uri="{FF2B5EF4-FFF2-40B4-BE49-F238E27FC236}">
                <a16:creationId xmlns:a16="http://schemas.microsoft.com/office/drawing/2014/main" id="{025C215B-B94C-3626-B46D-33020A4A4A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367" r="2548"/>
          <a:stretch>
            <a:fillRect/>
          </a:stretch>
        </p:blipFill>
        <p:spPr bwMode="auto">
          <a:xfrm>
            <a:off x="8361504" y="1572820"/>
            <a:ext cx="3739243" cy="1301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4155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15F0D-9F1C-30D6-1887-66B3BC406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n 11">
            <a:extLst>
              <a:ext uri="{FF2B5EF4-FFF2-40B4-BE49-F238E27FC236}">
                <a16:creationId xmlns:a16="http://schemas.microsoft.com/office/drawing/2014/main" id="{0D165F40-EC8C-EC3F-C81D-B6835B39D7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587658"/>
            <a:ext cx="12191996" cy="2888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82F8AC4-DE9F-73E7-C3BE-BC2C0FC2FB12}"/>
              </a:ext>
            </a:extLst>
          </p:cNvPr>
          <p:cNvSpPr/>
          <p:nvPr/>
        </p:nvSpPr>
        <p:spPr>
          <a:xfrm>
            <a:off x="-4" y="0"/>
            <a:ext cx="12192000" cy="1024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A7BF76DE-9C0D-A7F2-EC7B-493B9BD60B80}"/>
              </a:ext>
            </a:extLst>
          </p:cNvPr>
          <p:cNvSpPr txBox="1"/>
          <p:nvPr/>
        </p:nvSpPr>
        <p:spPr>
          <a:xfrm>
            <a:off x="174135" y="278407"/>
            <a:ext cx="11920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CMU Sans Serif" panose="02000603000000000000"/>
                <a:ea typeface="CMU Sans Serif" panose="02000603000000000000" pitchFamily="2" charset="0"/>
                <a:cs typeface="CMU Sans Serif" panose="02000603000000000000" pitchFamily="2" charset="0"/>
              </a:rPr>
              <a:t>Bagging</a:t>
            </a:r>
          </a:p>
        </p:txBody>
      </p:sp>
      <p:sp>
        <p:nvSpPr>
          <p:cNvPr id="9" name="CuadroTexto 12">
            <a:extLst>
              <a:ext uri="{FF2B5EF4-FFF2-40B4-BE49-F238E27FC236}">
                <a16:creationId xmlns:a16="http://schemas.microsoft.com/office/drawing/2014/main" id="{05841B2C-E822-27EE-F95D-4BE97EDBA4B9}"/>
              </a:ext>
            </a:extLst>
          </p:cNvPr>
          <p:cNvSpPr txBox="1"/>
          <p:nvPr/>
        </p:nvSpPr>
        <p:spPr>
          <a:xfrm>
            <a:off x="134378" y="6587658"/>
            <a:ext cx="13383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</a:t>
            </a:r>
            <a:r>
              <a:rPr lang="es-CL" sz="12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Muñoz-Herrera and  Hormazábal	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             </a:t>
            </a:r>
            <a:r>
              <a:rPr lang="en-US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Class 9: Machine Learning – Decision Tree 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</a:t>
            </a:r>
            <a:r>
              <a:rPr lang="en-US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UNIT III: Advanced Analytics and Machine Learning Models 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	   </a:t>
            </a:r>
            <a:endParaRPr lang="es-CL" sz="14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72EFCE4-ED06-8B4C-CF46-150E3272A8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0532" y="1169411"/>
            <a:ext cx="5257800" cy="45191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25392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L" altLang="es-CL" sz="2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L" altLang="es-CL" sz="2400" b="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Create</a:t>
            </a:r>
            <a:r>
              <a:rPr kumimoji="0" lang="es-CL" altLang="es-CL" sz="2400" b="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 </a:t>
            </a:r>
            <a:r>
              <a:rPr kumimoji="0" lang="es-CL" altLang="es-CL" sz="2400" b="1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X</a:t>
            </a:r>
            <a:r>
              <a:rPr kumimoji="0" lang="es-CL" altLang="es-CL" sz="2400" b="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 </a:t>
            </a:r>
            <a:r>
              <a:rPr kumimoji="0" lang="es-CL" altLang="es-CL" sz="2400" b="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bootstrapped</a:t>
            </a:r>
            <a:r>
              <a:rPr kumimoji="0" lang="es-CL" altLang="es-CL" sz="2400" b="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 </a:t>
            </a:r>
            <a:r>
              <a:rPr kumimoji="0" lang="es-CL" altLang="es-CL" sz="2400" b="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datasets</a:t>
            </a:r>
            <a:r>
              <a:rPr kumimoji="0" lang="es-CL" altLang="es-CL" sz="2400" b="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 (</a:t>
            </a:r>
            <a:r>
              <a:rPr kumimoji="0" lang="es-CL" altLang="es-CL" sz="2400" b="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sample</a:t>
            </a:r>
            <a:r>
              <a:rPr kumimoji="0" lang="es-CL" altLang="es-CL" sz="2400" b="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 </a:t>
            </a:r>
            <a:r>
              <a:rPr kumimoji="0" lang="es-CL" altLang="es-CL" sz="2400" b="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with</a:t>
            </a:r>
            <a:r>
              <a:rPr kumimoji="0" lang="es-CL" altLang="es-CL" sz="2400" b="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 </a:t>
            </a:r>
            <a:r>
              <a:rPr kumimoji="0" lang="es-CL" altLang="es-CL" sz="2400" b="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replacement</a:t>
            </a:r>
            <a:r>
              <a:rPr kumimoji="0" lang="es-CL" altLang="es-CL" sz="2400" b="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s-CL" altLang="es-CL" sz="2400" b="0" i="0" u="none" strike="noStrike" cap="none" normalizeH="0" baseline="0" dirty="0">
              <a:ln>
                <a:noFill/>
              </a:ln>
              <a:effectLst/>
              <a:latin typeface="quote-cjk-patch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L" altLang="es-CL" sz="2400" b="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Train a </a:t>
            </a:r>
            <a:r>
              <a:rPr kumimoji="0" lang="es-CL" altLang="es-CL" sz="2400" b="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separate</a:t>
            </a:r>
            <a:r>
              <a:rPr kumimoji="0" lang="es-CL" altLang="es-CL" sz="2400" b="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 </a:t>
            </a:r>
            <a:r>
              <a:rPr kumimoji="0" lang="es-CL" altLang="es-CL" sz="2400" b="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model</a:t>
            </a:r>
            <a:r>
              <a:rPr kumimoji="0" lang="es-CL" altLang="es-CL" sz="2400" b="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 </a:t>
            </a:r>
            <a:r>
              <a:rPr kumimoji="0" lang="es-CL" altLang="es-CL" sz="2400" b="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on</a:t>
            </a:r>
            <a:r>
              <a:rPr kumimoji="0" lang="es-CL" altLang="es-CL" sz="2400" b="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 </a:t>
            </a:r>
            <a:r>
              <a:rPr kumimoji="0" lang="es-CL" altLang="es-CL" sz="2400" b="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each</a:t>
            </a:r>
            <a:r>
              <a:rPr kumimoji="0" lang="es-CL" altLang="es-CL" sz="2400" b="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 </a:t>
            </a:r>
            <a:r>
              <a:rPr kumimoji="0" lang="es-CL" altLang="es-CL" sz="2400" b="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dataset</a:t>
            </a:r>
            <a:endParaRPr kumimoji="0" lang="es-CL" altLang="es-CL" sz="2400" b="0" i="0" u="none" strike="noStrike" cap="none" normalizeH="0" baseline="0" dirty="0">
              <a:ln>
                <a:noFill/>
              </a:ln>
              <a:effectLst/>
              <a:latin typeface="quote-cjk-patch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s-CL" altLang="es-CL" sz="2400" b="0" i="0" u="none" strike="noStrike" cap="none" normalizeH="0" baseline="0" dirty="0">
              <a:ln>
                <a:noFill/>
              </a:ln>
              <a:effectLst/>
              <a:latin typeface="quote-cjk-patch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L" altLang="es-CL" sz="2400" b="1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Aggregate</a:t>
            </a:r>
            <a:r>
              <a:rPr kumimoji="0" lang="es-CL" altLang="es-CL" sz="2400" b="1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 </a:t>
            </a:r>
            <a:r>
              <a:rPr kumimoji="0" lang="es-CL" altLang="es-CL" sz="2400" b="1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predictions</a:t>
            </a:r>
            <a:r>
              <a:rPr kumimoji="0" lang="es-CL" altLang="es-CL" sz="2400" b="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L" altLang="es-CL" sz="2400" b="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Classification</a:t>
            </a:r>
            <a:r>
              <a:rPr kumimoji="0" lang="es-CL" altLang="es-CL" sz="2400" b="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: </a:t>
            </a:r>
            <a:r>
              <a:rPr kumimoji="0" lang="es-CL" altLang="es-CL" sz="2400" b="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majority</a:t>
            </a:r>
            <a:r>
              <a:rPr kumimoji="0" lang="es-CL" altLang="es-CL" sz="2400" b="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 vote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L" altLang="es-CL" sz="2400" b="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Regression</a:t>
            </a:r>
            <a:r>
              <a:rPr kumimoji="0" lang="es-CL" altLang="es-CL" sz="2400" b="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: </a:t>
            </a:r>
            <a:r>
              <a:rPr kumimoji="0" lang="es-CL" altLang="es-CL" sz="2400" b="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average</a:t>
            </a:r>
            <a:endParaRPr kumimoji="0" lang="es-CL" altLang="es-CL" sz="2400" b="0" i="0" u="none" strike="noStrike" cap="none" normalizeH="0" baseline="0" dirty="0">
              <a:ln>
                <a:noFill/>
              </a:ln>
              <a:effectLst/>
              <a:latin typeface="quote-cjk-patch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L" altLang="es-CL" sz="2400" b="0" i="0" u="none" strike="noStrike" cap="none" normalizeH="0" baseline="0" dirty="0">
              <a:ln>
                <a:noFill/>
              </a:ln>
              <a:effectLst/>
              <a:latin typeface="quote-cjk-patch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L" altLang="es-CL" sz="2400" b="1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Effect</a:t>
            </a:r>
            <a:r>
              <a:rPr kumimoji="0" lang="es-CL" altLang="es-CL" sz="2400" b="1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:</a:t>
            </a:r>
            <a:r>
              <a:rPr kumimoji="0" lang="es-CL" altLang="es-CL" sz="2400" b="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 Lowers </a:t>
            </a:r>
            <a:r>
              <a:rPr kumimoji="0" lang="es-CL" altLang="es-CL" sz="2400" b="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variance</a:t>
            </a:r>
            <a:r>
              <a:rPr kumimoji="0" lang="es-CL" altLang="es-CL" sz="2400" b="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 </a:t>
            </a:r>
            <a:r>
              <a:rPr kumimoji="0" lang="es-CL" altLang="es-CL" sz="2400" b="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without</a:t>
            </a:r>
            <a:r>
              <a:rPr kumimoji="0" lang="es-CL" altLang="es-CL" sz="2400" b="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 </a:t>
            </a:r>
            <a:r>
              <a:rPr kumimoji="0" lang="es-CL" altLang="es-CL" sz="2400" b="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increasing</a:t>
            </a:r>
            <a:r>
              <a:rPr kumimoji="0" lang="es-CL" altLang="es-CL" sz="2400" b="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 </a:t>
            </a:r>
            <a:r>
              <a:rPr kumimoji="0" lang="es-CL" altLang="es-CL" sz="2400" b="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bias</a:t>
            </a:r>
            <a:r>
              <a:rPr kumimoji="0" lang="es-CL" altLang="es-CL" sz="2400" b="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 </a:t>
            </a:r>
            <a:r>
              <a:rPr kumimoji="0" lang="es-CL" altLang="es-CL" sz="2400" b="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much</a:t>
            </a:r>
            <a:endParaRPr kumimoji="0" lang="es-CL" altLang="es-CL" sz="3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5" descr="Ensemble Learning: Bagging &amp; Boosting | Towards Data Science">
            <a:extLst>
              <a:ext uri="{FF2B5EF4-FFF2-40B4-BE49-F238E27FC236}">
                <a16:creationId xmlns:a16="http://schemas.microsoft.com/office/drawing/2014/main" id="{B4DF0704-22FE-7CE9-1CBC-0295942C23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7" r="57277" b="18915"/>
          <a:stretch>
            <a:fillRect/>
          </a:stretch>
        </p:blipFill>
        <p:spPr bwMode="auto">
          <a:xfrm>
            <a:off x="317321" y="1318864"/>
            <a:ext cx="5534149" cy="4541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9375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3A11F-10BB-4CA4-C5F7-5D05ADBF5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n 11">
            <a:extLst>
              <a:ext uri="{FF2B5EF4-FFF2-40B4-BE49-F238E27FC236}">
                <a16:creationId xmlns:a16="http://schemas.microsoft.com/office/drawing/2014/main" id="{576C2701-E3F2-96CA-BE3D-37E9A5D194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587658"/>
            <a:ext cx="12191996" cy="2888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DF26CB5-E2E2-0C47-8DDE-9A9B526FB6F0}"/>
              </a:ext>
            </a:extLst>
          </p:cNvPr>
          <p:cNvSpPr/>
          <p:nvPr/>
        </p:nvSpPr>
        <p:spPr>
          <a:xfrm>
            <a:off x="-4" y="0"/>
            <a:ext cx="12192000" cy="1024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CAAD820D-77BB-E137-F37A-28067A9C5B05}"/>
              </a:ext>
            </a:extLst>
          </p:cNvPr>
          <p:cNvSpPr txBox="1"/>
          <p:nvPr/>
        </p:nvSpPr>
        <p:spPr>
          <a:xfrm>
            <a:off x="174135" y="278407"/>
            <a:ext cx="11920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CMU Sans Serif" panose="02000603000000000000"/>
                <a:ea typeface="CMU Sans Serif" panose="02000603000000000000" pitchFamily="2" charset="0"/>
                <a:cs typeface="CMU Sans Serif" panose="02000603000000000000" pitchFamily="2" charset="0"/>
              </a:rPr>
              <a:t>Boosting</a:t>
            </a:r>
          </a:p>
        </p:txBody>
      </p:sp>
      <p:sp>
        <p:nvSpPr>
          <p:cNvPr id="9" name="CuadroTexto 12">
            <a:extLst>
              <a:ext uri="{FF2B5EF4-FFF2-40B4-BE49-F238E27FC236}">
                <a16:creationId xmlns:a16="http://schemas.microsoft.com/office/drawing/2014/main" id="{6242384C-7A45-8F1E-97F8-8800EAFE9470}"/>
              </a:ext>
            </a:extLst>
          </p:cNvPr>
          <p:cNvSpPr txBox="1"/>
          <p:nvPr/>
        </p:nvSpPr>
        <p:spPr>
          <a:xfrm>
            <a:off x="134378" y="6587658"/>
            <a:ext cx="13383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</a:t>
            </a:r>
            <a:r>
              <a:rPr lang="es-CL" sz="12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Muñoz-Herrera and  Hormazábal	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             </a:t>
            </a:r>
            <a:r>
              <a:rPr lang="en-US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Class 9: Machine Learning – Decision Tree 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</a:t>
            </a:r>
            <a:r>
              <a:rPr lang="en-US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UNIT III: Advanced Analytics and Machine Learning Models 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	   </a:t>
            </a:r>
            <a:endParaRPr lang="es-CL" sz="14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1786B6AC-2B2E-1E4F-0D8F-3543CBAECA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590" y="1754186"/>
            <a:ext cx="5257800" cy="33496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25392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L" altLang="es-CL" sz="2400" b="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Train </a:t>
            </a:r>
            <a:r>
              <a:rPr kumimoji="0" lang="es-CL" altLang="es-CL" sz="2400" b="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models</a:t>
            </a:r>
            <a:r>
              <a:rPr kumimoji="0" lang="es-CL" altLang="es-CL" sz="2400" b="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 </a:t>
            </a:r>
            <a:r>
              <a:rPr kumimoji="0" lang="es-CL" altLang="es-CL" sz="2400" b="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sequentially</a:t>
            </a:r>
            <a:endParaRPr kumimoji="0" lang="es-CL" altLang="es-CL" sz="2400" b="0" i="0" u="none" strike="noStrike" cap="none" normalizeH="0" baseline="0" dirty="0">
              <a:ln>
                <a:noFill/>
              </a:ln>
              <a:effectLst/>
              <a:latin typeface="quote-cjk-patch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s-CL" altLang="es-CL" sz="2400" b="0" i="0" u="none" strike="noStrike" cap="none" normalizeH="0" baseline="0" dirty="0">
              <a:ln>
                <a:noFill/>
              </a:ln>
              <a:effectLst/>
              <a:latin typeface="quote-cjk-patch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L" altLang="es-CL" sz="2400" b="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Each</a:t>
            </a:r>
            <a:r>
              <a:rPr kumimoji="0" lang="es-CL" altLang="es-CL" sz="2400" b="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 new </a:t>
            </a:r>
            <a:r>
              <a:rPr kumimoji="0" lang="es-CL" altLang="es-CL" sz="2400" b="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model</a:t>
            </a:r>
            <a:r>
              <a:rPr kumimoji="0" lang="es-CL" altLang="es-CL" sz="2400" b="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 </a:t>
            </a:r>
            <a:r>
              <a:rPr kumimoji="0" lang="es-CL" altLang="es-CL" sz="2400" b="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focuses</a:t>
            </a:r>
            <a:r>
              <a:rPr kumimoji="0" lang="es-CL" altLang="es-CL" sz="2400" b="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 </a:t>
            </a:r>
            <a:r>
              <a:rPr kumimoji="0" lang="es-CL" altLang="es-CL" sz="2400" b="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on</a:t>
            </a:r>
            <a:r>
              <a:rPr kumimoji="0" lang="es-CL" altLang="es-CL" sz="2400" b="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 </a:t>
            </a:r>
            <a:r>
              <a:rPr kumimoji="0" lang="es-CL" altLang="es-CL" sz="2400" b="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errors</a:t>
            </a:r>
            <a:r>
              <a:rPr kumimoji="0" lang="es-CL" altLang="es-CL" sz="2400" b="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 </a:t>
            </a:r>
            <a:r>
              <a:rPr kumimoji="0" lang="es-CL" altLang="es-CL" sz="2400" b="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of</a:t>
            </a:r>
            <a:r>
              <a:rPr kumimoji="0" lang="es-CL" altLang="es-CL" sz="2400" b="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 </a:t>
            </a:r>
            <a:r>
              <a:rPr kumimoji="0" lang="es-CL" altLang="es-CL" sz="2400" b="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previous</a:t>
            </a:r>
            <a:r>
              <a:rPr kumimoji="0" lang="es-CL" altLang="es-CL" sz="2400" b="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 </a:t>
            </a:r>
            <a:r>
              <a:rPr kumimoji="0" lang="es-CL" altLang="es-CL" sz="2400" b="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models</a:t>
            </a:r>
            <a:endParaRPr kumimoji="0" lang="es-CL" altLang="es-CL" sz="2400" b="0" i="0" u="none" strike="noStrike" cap="none" normalizeH="0" baseline="0" dirty="0">
              <a:ln>
                <a:noFill/>
              </a:ln>
              <a:effectLst/>
              <a:latin typeface="quote-cjk-patch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s-CL" altLang="es-CL" sz="2400" b="0" i="0" u="none" strike="noStrike" cap="none" normalizeH="0" baseline="0" dirty="0">
              <a:ln>
                <a:noFill/>
              </a:ln>
              <a:effectLst/>
              <a:latin typeface="quote-cjk-patch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L" altLang="es-CL" sz="2400" b="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Weighted</a:t>
            </a:r>
            <a:r>
              <a:rPr kumimoji="0" lang="es-CL" altLang="es-CL" sz="2400" b="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 </a:t>
            </a:r>
            <a:r>
              <a:rPr kumimoji="0" lang="es-CL" altLang="es-CL" sz="2400" b="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combination</a:t>
            </a:r>
            <a:r>
              <a:rPr kumimoji="0" lang="es-CL" altLang="es-CL" sz="2400" b="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 </a:t>
            </a:r>
            <a:r>
              <a:rPr kumimoji="0" lang="es-CL" altLang="es-CL" sz="2400" b="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of</a:t>
            </a:r>
            <a:r>
              <a:rPr kumimoji="0" lang="es-CL" altLang="es-CL" sz="2400" b="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 </a:t>
            </a:r>
            <a:r>
              <a:rPr kumimoji="0" lang="es-CL" altLang="es-CL" sz="2400" b="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all</a:t>
            </a:r>
            <a:r>
              <a:rPr kumimoji="0" lang="es-CL" altLang="es-CL" sz="2400" b="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 </a:t>
            </a:r>
            <a:r>
              <a:rPr kumimoji="0" lang="es-CL" altLang="es-CL" sz="2400" b="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models</a:t>
            </a:r>
            <a:endParaRPr kumimoji="0" lang="es-CL" altLang="es-CL" sz="2400" b="0" i="0" u="none" strike="noStrike" cap="none" normalizeH="0" baseline="0" dirty="0">
              <a:ln>
                <a:noFill/>
              </a:ln>
              <a:effectLst/>
              <a:latin typeface="quote-cjk-patch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s-CL" altLang="es-CL" sz="2400" b="0" i="0" u="none" strike="noStrike" cap="none" normalizeH="0" baseline="0" dirty="0">
              <a:ln>
                <a:noFill/>
              </a:ln>
              <a:effectLst/>
              <a:latin typeface="quote-cjk-patch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L" altLang="es-CL" sz="2400" b="1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Effect</a:t>
            </a:r>
            <a:r>
              <a:rPr kumimoji="0" lang="es-CL" altLang="es-CL" sz="2400" b="1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: </a:t>
            </a:r>
            <a:r>
              <a:rPr kumimoji="0" lang="es-CL" altLang="es-CL" sz="2400" b="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Reduces </a:t>
            </a:r>
            <a:r>
              <a:rPr kumimoji="0" lang="es-CL" altLang="es-CL" sz="2400" b="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bias</a:t>
            </a:r>
            <a:r>
              <a:rPr kumimoji="0" lang="es-CL" altLang="es-CL" sz="2400" b="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, can </a:t>
            </a:r>
            <a:r>
              <a:rPr kumimoji="0" lang="es-CL" altLang="es-CL" sz="2400" b="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also</a:t>
            </a:r>
            <a:r>
              <a:rPr kumimoji="0" lang="es-CL" altLang="es-CL" sz="2400" b="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 reduce </a:t>
            </a:r>
            <a:r>
              <a:rPr kumimoji="0" lang="es-CL" altLang="es-CL" sz="2400" b="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variance</a:t>
            </a:r>
            <a:r>
              <a:rPr kumimoji="0" lang="es-CL" altLang="es-CL" sz="2400" b="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 (</a:t>
            </a:r>
            <a:r>
              <a:rPr kumimoji="0" lang="es-CL" altLang="es-CL" sz="2400" b="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if</a:t>
            </a:r>
            <a:r>
              <a:rPr kumimoji="0" lang="es-CL" altLang="es-CL" sz="2400" b="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 </a:t>
            </a:r>
            <a:r>
              <a:rPr kumimoji="0" lang="es-CL" altLang="es-CL" sz="2400" b="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tuned</a:t>
            </a:r>
            <a:r>
              <a:rPr kumimoji="0" lang="es-CL" altLang="es-CL" sz="2400" b="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)</a:t>
            </a:r>
            <a:endParaRPr kumimoji="0" lang="es-CL" altLang="es-CL" sz="3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7" descr="Ensemble Learning: Bagging &amp; Boosting | Towards Data Science">
            <a:extLst>
              <a:ext uri="{FF2B5EF4-FFF2-40B4-BE49-F238E27FC236}">
                <a16:creationId xmlns:a16="http://schemas.microsoft.com/office/drawing/2014/main" id="{F680E23B-4536-2EB2-37CA-49C49AE2FE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991" t="20135" r="796" b="21904"/>
          <a:stretch>
            <a:fillRect/>
          </a:stretch>
        </p:blipFill>
        <p:spPr bwMode="auto">
          <a:xfrm>
            <a:off x="6270854" y="1302535"/>
            <a:ext cx="5230299" cy="4137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68167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BF0AE-05CB-586D-C128-CD84A37BA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n 11">
            <a:extLst>
              <a:ext uri="{FF2B5EF4-FFF2-40B4-BE49-F238E27FC236}">
                <a16:creationId xmlns:a16="http://schemas.microsoft.com/office/drawing/2014/main" id="{7B448C2E-E234-C0AC-8BA7-65BFCF352A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587658"/>
            <a:ext cx="12191996" cy="2888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6057DCA-8E97-4B3D-FC54-A3425CCA8DFC}"/>
              </a:ext>
            </a:extLst>
          </p:cNvPr>
          <p:cNvSpPr/>
          <p:nvPr/>
        </p:nvSpPr>
        <p:spPr>
          <a:xfrm>
            <a:off x="-4" y="0"/>
            <a:ext cx="12192000" cy="1024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7864898F-DC4B-D3F5-C737-9743119194C3}"/>
              </a:ext>
            </a:extLst>
          </p:cNvPr>
          <p:cNvSpPr txBox="1"/>
          <p:nvPr/>
        </p:nvSpPr>
        <p:spPr>
          <a:xfrm>
            <a:off x="174135" y="278407"/>
            <a:ext cx="11920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CMU Sans Serif" panose="02000603000000000000"/>
                <a:ea typeface="CMU Sans Serif" panose="02000603000000000000" pitchFamily="2" charset="0"/>
                <a:cs typeface="CMU Sans Serif" panose="02000603000000000000" pitchFamily="2" charset="0"/>
              </a:rPr>
              <a:t>Stacking</a:t>
            </a:r>
          </a:p>
        </p:txBody>
      </p:sp>
      <p:sp>
        <p:nvSpPr>
          <p:cNvPr id="9" name="CuadroTexto 12">
            <a:extLst>
              <a:ext uri="{FF2B5EF4-FFF2-40B4-BE49-F238E27FC236}">
                <a16:creationId xmlns:a16="http://schemas.microsoft.com/office/drawing/2014/main" id="{4408E483-B727-722C-0FE3-3A42D00294F7}"/>
              </a:ext>
            </a:extLst>
          </p:cNvPr>
          <p:cNvSpPr txBox="1"/>
          <p:nvPr/>
        </p:nvSpPr>
        <p:spPr>
          <a:xfrm>
            <a:off x="134378" y="6587658"/>
            <a:ext cx="13383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</a:t>
            </a:r>
            <a:r>
              <a:rPr lang="es-CL" sz="12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Muñoz-Herrera and  Hormazábal	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             </a:t>
            </a:r>
            <a:r>
              <a:rPr lang="en-US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Class 9: Machine Learning – Decision Tree 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</a:t>
            </a:r>
            <a:r>
              <a:rPr lang="en-US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UNIT III: Advanced Analytics and Machine Learning Models 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	   </a:t>
            </a:r>
            <a:endParaRPr lang="es-CL" sz="14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15EBFA70-0E4E-5D60-39AA-BCA28A7C60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777" y="4531492"/>
            <a:ext cx="5257800" cy="1502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25392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L" altLang="es-CL" sz="2400" b="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Train </a:t>
            </a:r>
            <a:r>
              <a:rPr kumimoji="0" lang="es-CL" altLang="es-CL" sz="2400" b="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multiple</a:t>
            </a:r>
            <a:r>
              <a:rPr kumimoji="0" lang="es-CL" altLang="es-CL" sz="2400" b="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 base </a:t>
            </a:r>
            <a:r>
              <a:rPr kumimoji="0" lang="es-CL" altLang="es-CL" sz="2400" b="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models</a:t>
            </a:r>
            <a:r>
              <a:rPr kumimoji="0" lang="es-CL" altLang="es-CL" sz="2400" b="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 (can be </a:t>
            </a:r>
            <a:r>
              <a:rPr kumimoji="0" lang="es-CL" altLang="es-CL" sz="2400" b="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different</a:t>
            </a:r>
            <a:r>
              <a:rPr kumimoji="0" lang="es-CL" altLang="es-CL" sz="2400" b="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 </a:t>
            </a:r>
            <a:r>
              <a:rPr kumimoji="0" lang="es-CL" altLang="es-CL" sz="2400" b="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algorithms</a:t>
            </a:r>
            <a:r>
              <a:rPr kumimoji="0" lang="es-CL" altLang="es-CL" sz="2400" b="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L" altLang="es-CL" sz="2400" b="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Use </a:t>
            </a:r>
            <a:r>
              <a:rPr kumimoji="0" lang="es-CL" altLang="es-CL" sz="2400" b="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predictions</a:t>
            </a:r>
            <a:r>
              <a:rPr kumimoji="0" lang="es-CL" altLang="es-CL" sz="2400" b="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 </a:t>
            </a:r>
            <a:r>
              <a:rPr kumimoji="0" lang="es-CL" altLang="es-CL" sz="2400" b="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of</a:t>
            </a:r>
            <a:r>
              <a:rPr kumimoji="0" lang="es-CL" altLang="es-CL" sz="2400" b="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 base </a:t>
            </a:r>
            <a:r>
              <a:rPr kumimoji="0" lang="es-CL" altLang="es-CL" sz="2400" b="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models</a:t>
            </a:r>
            <a:r>
              <a:rPr kumimoji="0" lang="es-CL" altLang="es-CL" sz="2400" b="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 as </a:t>
            </a:r>
            <a:r>
              <a:rPr kumimoji="0" lang="es-CL" altLang="es-CL" sz="2400" b="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features</a:t>
            </a:r>
            <a:endParaRPr kumimoji="0" lang="es-CL" altLang="es-CL" sz="2400" b="0" i="0" u="none" strike="noStrike" cap="none" normalizeH="0" baseline="0" dirty="0">
              <a:ln>
                <a:noFill/>
              </a:ln>
              <a:effectLst/>
              <a:latin typeface="quote-cjk-patch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B8114DF-D31F-6317-205D-1D7467AA93CB}"/>
              </a:ext>
            </a:extLst>
          </p:cNvPr>
          <p:cNvSpPr txBox="1"/>
          <p:nvPr/>
        </p:nvSpPr>
        <p:spPr>
          <a:xfrm>
            <a:off x="6826286" y="4531492"/>
            <a:ext cx="484602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L" altLang="es-CL" sz="2400" b="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Train a meta-</a:t>
            </a:r>
            <a:r>
              <a:rPr kumimoji="0" lang="es-CL" altLang="es-CL" sz="2400" b="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model</a:t>
            </a:r>
            <a:r>
              <a:rPr kumimoji="0" lang="es-CL" altLang="es-CL" sz="2400" b="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 </a:t>
            </a:r>
            <a:r>
              <a:rPr kumimoji="0" lang="es-CL" altLang="es-CL" sz="2400" b="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to</a:t>
            </a:r>
            <a:r>
              <a:rPr kumimoji="0" lang="es-CL" altLang="es-CL" sz="2400" b="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 </a:t>
            </a:r>
            <a:r>
              <a:rPr kumimoji="0" lang="es-CL" altLang="es-CL" sz="2400" b="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make</a:t>
            </a:r>
            <a:r>
              <a:rPr kumimoji="0" lang="es-CL" altLang="es-CL" sz="2400" b="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 final </a:t>
            </a:r>
            <a:r>
              <a:rPr kumimoji="0" lang="es-CL" altLang="es-CL" sz="2400" b="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prediction</a:t>
            </a:r>
            <a:endParaRPr kumimoji="0" lang="es-CL" altLang="es-CL" sz="2400" b="0" i="0" u="none" strike="noStrike" cap="none" normalizeH="0" baseline="0" dirty="0">
              <a:ln>
                <a:noFill/>
              </a:ln>
              <a:effectLst/>
              <a:latin typeface="quote-cjk-patch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L" altLang="es-CL" sz="2400" b="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Effect</a:t>
            </a:r>
            <a:r>
              <a:rPr kumimoji="0" lang="es-CL" altLang="es-CL" sz="2400" b="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: Captures diverse </a:t>
            </a:r>
            <a:r>
              <a:rPr kumimoji="0" lang="es-CL" altLang="es-CL" sz="2400" b="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patterns</a:t>
            </a:r>
            <a:r>
              <a:rPr kumimoji="0" lang="es-CL" altLang="es-CL" sz="2400" b="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; </a:t>
            </a:r>
            <a:r>
              <a:rPr kumimoji="0" lang="es-CL" altLang="es-CL" sz="2400" b="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often</a:t>
            </a:r>
            <a:r>
              <a:rPr kumimoji="0" lang="es-CL" altLang="es-CL" sz="2400" b="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 </a:t>
            </a:r>
            <a:r>
              <a:rPr kumimoji="0" lang="es-CL" altLang="es-CL" sz="2400" b="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gives</a:t>
            </a:r>
            <a:r>
              <a:rPr kumimoji="0" lang="es-CL" altLang="es-CL" sz="2400" b="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 </a:t>
            </a:r>
            <a:r>
              <a:rPr kumimoji="0" lang="es-CL" altLang="es-CL" sz="2400" b="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best</a:t>
            </a:r>
            <a:r>
              <a:rPr kumimoji="0" lang="es-CL" altLang="es-CL" sz="2400" b="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 performance</a:t>
            </a:r>
            <a:endParaRPr kumimoji="0" lang="es-CL" altLang="es-CL" sz="3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8" name="Flecha derecha 7">
            <a:extLst>
              <a:ext uri="{FF2B5EF4-FFF2-40B4-BE49-F238E27FC236}">
                <a16:creationId xmlns:a16="http://schemas.microsoft.com/office/drawing/2014/main" id="{1B2AA008-7BED-B5BB-0B79-55B4213534EE}"/>
              </a:ext>
            </a:extLst>
          </p:cNvPr>
          <p:cNvSpPr/>
          <p:nvPr/>
        </p:nvSpPr>
        <p:spPr>
          <a:xfrm>
            <a:off x="5559587" y="4956626"/>
            <a:ext cx="1045028" cy="60415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>
              <a:solidFill>
                <a:sysClr val="windowText" lastClr="000000"/>
              </a:solidFill>
            </a:endParaRPr>
          </a:p>
        </p:txBody>
      </p:sp>
      <p:pic>
        <p:nvPicPr>
          <p:cNvPr id="10" name="Picture 13" descr="Stacking to Improve Model Performance: A Comprehensive Guide on Ensemble  Learning in Python | by Brijesh Soni | Medium">
            <a:extLst>
              <a:ext uri="{FF2B5EF4-FFF2-40B4-BE49-F238E27FC236}">
                <a16:creationId xmlns:a16="http://schemas.microsoft.com/office/drawing/2014/main" id="{4AF9F019-1B9D-BF74-2B47-84FD5BE0A4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367" r="2548"/>
          <a:stretch>
            <a:fillRect/>
          </a:stretch>
        </p:blipFill>
        <p:spPr bwMode="auto">
          <a:xfrm>
            <a:off x="2228211" y="1316643"/>
            <a:ext cx="8443147" cy="2938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91207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8D476-1728-5544-FF7A-B005A0EF2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n 11">
            <a:extLst>
              <a:ext uri="{FF2B5EF4-FFF2-40B4-BE49-F238E27FC236}">
                <a16:creationId xmlns:a16="http://schemas.microsoft.com/office/drawing/2014/main" id="{0C9EE105-7C58-A33B-C173-45EE132B4E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587658"/>
            <a:ext cx="12191996" cy="2888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23C6A4F-E799-010C-D6B2-F4AA121CD900}"/>
              </a:ext>
            </a:extLst>
          </p:cNvPr>
          <p:cNvSpPr/>
          <p:nvPr/>
        </p:nvSpPr>
        <p:spPr>
          <a:xfrm>
            <a:off x="-4" y="0"/>
            <a:ext cx="12192000" cy="1024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9B5DF147-9562-324B-513D-DBC876A38743}"/>
              </a:ext>
            </a:extLst>
          </p:cNvPr>
          <p:cNvSpPr txBox="1"/>
          <p:nvPr/>
        </p:nvSpPr>
        <p:spPr>
          <a:xfrm>
            <a:off x="174135" y="278407"/>
            <a:ext cx="11920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>
                <a:latin typeface="CMU Sans Serif" panose="02000603000000000000"/>
                <a:ea typeface="CMU Sans Serif" panose="02000603000000000000" pitchFamily="2" charset="0"/>
                <a:cs typeface="CMU Sans Serif" panose="02000603000000000000" pitchFamily="2" charset="0"/>
              </a:rPr>
              <a:t>Random Forest </a:t>
            </a:r>
            <a:endParaRPr lang="en-US" sz="3600" b="1" dirty="0">
              <a:latin typeface="CMU Sans Serif" panose="0200060300000000000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9" name="CuadroTexto 12">
            <a:extLst>
              <a:ext uri="{FF2B5EF4-FFF2-40B4-BE49-F238E27FC236}">
                <a16:creationId xmlns:a16="http://schemas.microsoft.com/office/drawing/2014/main" id="{08A4AB3F-D5C6-CF30-C193-EB4C9186F72A}"/>
              </a:ext>
            </a:extLst>
          </p:cNvPr>
          <p:cNvSpPr txBox="1"/>
          <p:nvPr/>
        </p:nvSpPr>
        <p:spPr>
          <a:xfrm>
            <a:off x="134378" y="6587658"/>
            <a:ext cx="13383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</a:t>
            </a:r>
            <a:r>
              <a:rPr lang="es-CL" sz="12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Muñoz-Herrera and  Hormazábal	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             </a:t>
            </a:r>
            <a:r>
              <a:rPr lang="en-US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Class 9: Machine Learning – Decision Tree 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</a:t>
            </a:r>
            <a:r>
              <a:rPr lang="en-US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UNIT III: Advanced Analytics and Machine Learning Models 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	   </a:t>
            </a:r>
            <a:endParaRPr lang="es-CL" sz="14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C4B86FCD-AD7D-D07D-E458-CA41BBAD25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1829" y="1577082"/>
            <a:ext cx="5087786" cy="44576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25392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L" altLang="es-CL" sz="2400" b="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Extension</a:t>
            </a:r>
            <a:r>
              <a:rPr kumimoji="0" lang="es-CL" altLang="es-CL" sz="2400" b="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 </a:t>
            </a:r>
            <a:r>
              <a:rPr kumimoji="0" lang="es-CL" altLang="es-CL" sz="2400" b="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of</a:t>
            </a:r>
            <a:r>
              <a:rPr kumimoji="0" lang="es-CL" altLang="es-CL" sz="2400" b="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 </a:t>
            </a:r>
            <a:r>
              <a:rPr kumimoji="0" lang="es-CL" altLang="es-CL" sz="2400" b="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bagged</a:t>
            </a:r>
            <a:r>
              <a:rPr kumimoji="0" lang="es-CL" altLang="es-CL" sz="2400" b="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 </a:t>
            </a:r>
            <a:r>
              <a:rPr kumimoji="0" lang="es-CL" altLang="es-CL" sz="2400" b="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decision</a:t>
            </a:r>
            <a:r>
              <a:rPr kumimoji="0" lang="es-CL" altLang="es-CL" sz="2400" b="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 tres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L" altLang="es-CL" sz="2400" b="0" i="0" u="none" strike="noStrike" cap="none" normalizeH="0" baseline="0" dirty="0">
              <a:ln>
                <a:noFill/>
              </a:ln>
              <a:effectLst/>
              <a:latin typeface="quote-cjk-patch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L" altLang="es-CL" sz="2400" b="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Adds</a:t>
            </a:r>
            <a:r>
              <a:rPr kumimoji="0" lang="es-CL" altLang="es-CL" sz="2400" b="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 extra </a:t>
            </a:r>
            <a:r>
              <a:rPr kumimoji="0" lang="es-CL" altLang="es-CL" sz="2400" b="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randomness</a:t>
            </a:r>
            <a:r>
              <a:rPr kumimoji="0" lang="es-CL" altLang="es-CL" sz="2400" b="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 </a:t>
            </a:r>
            <a:r>
              <a:rPr kumimoji="0" lang="es-CL" altLang="es-CL" sz="2400" b="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during</a:t>
            </a:r>
            <a:r>
              <a:rPr kumimoji="0" lang="es-CL" altLang="es-CL" sz="2400" b="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 </a:t>
            </a:r>
            <a:r>
              <a:rPr kumimoji="0" lang="es-CL" altLang="es-CL" sz="2400" b="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tree</a:t>
            </a:r>
            <a:r>
              <a:rPr kumimoji="0" lang="es-CL" altLang="es-CL" sz="2400" b="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 </a:t>
            </a:r>
            <a:r>
              <a:rPr kumimoji="0" lang="es-CL" altLang="es-CL" sz="2400" b="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building</a:t>
            </a:r>
            <a:endParaRPr kumimoji="0" lang="es-CL" altLang="es-CL" sz="2400" b="0" i="0" u="none" strike="noStrike" cap="none" normalizeH="0" baseline="0" dirty="0">
              <a:ln>
                <a:noFill/>
              </a:ln>
              <a:effectLst/>
              <a:latin typeface="quote-cjk-patch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L" altLang="es-CL" sz="2400" b="0" i="0" u="none" strike="noStrike" cap="none" normalizeH="0" baseline="0" dirty="0">
              <a:ln>
                <a:noFill/>
              </a:ln>
              <a:effectLst/>
              <a:latin typeface="quote-cjk-patch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L" altLang="es-CL" sz="2400" b="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Builds</a:t>
            </a:r>
            <a:r>
              <a:rPr kumimoji="0" lang="es-CL" altLang="es-CL" sz="2400" b="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 </a:t>
            </a:r>
            <a:r>
              <a:rPr kumimoji="0" lang="es-CL" altLang="es-CL" sz="2400" b="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many</a:t>
            </a:r>
            <a:r>
              <a:rPr kumimoji="0" lang="es-CL" altLang="es-CL" sz="2400" b="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 </a:t>
            </a:r>
            <a:r>
              <a:rPr kumimoji="0" lang="es-CL" altLang="es-CL" sz="2400" b="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deep</a:t>
            </a:r>
            <a:r>
              <a:rPr kumimoji="0" lang="es-CL" altLang="es-CL" sz="2400" b="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, </a:t>
            </a:r>
            <a:r>
              <a:rPr kumimoji="0" lang="es-CL" altLang="es-CL" sz="2400" b="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uncorrelated</a:t>
            </a:r>
            <a:r>
              <a:rPr kumimoji="0" lang="es-CL" altLang="es-CL" sz="2400" b="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 tres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L" altLang="es-CL" sz="2400" b="0" i="0" u="none" strike="noStrike" cap="none" normalizeH="0" baseline="0" dirty="0">
              <a:ln>
                <a:noFill/>
              </a:ln>
              <a:effectLst/>
              <a:latin typeface="quote-cjk-patch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L" altLang="es-CL" sz="2400" b="1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Final </a:t>
            </a:r>
            <a:r>
              <a:rPr kumimoji="0" lang="es-CL" altLang="es-CL" sz="2400" b="1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prediction</a:t>
            </a:r>
            <a:r>
              <a:rPr kumimoji="0" lang="es-CL" altLang="es-CL" sz="2400" b="1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: </a:t>
            </a:r>
            <a:r>
              <a:rPr kumimoji="0" lang="es-CL" altLang="es-CL" sz="2400" b="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average</a:t>
            </a:r>
            <a:r>
              <a:rPr kumimoji="0" lang="es-CL" altLang="es-CL" sz="2400" b="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 (</a:t>
            </a:r>
            <a:r>
              <a:rPr kumimoji="0" lang="es-CL" altLang="es-CL" sz="2400" b="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regression</a:t>
            </a:r>
            <a:r>
              <a:rPr kumimoji="0" lang="es-CL" altLang="es-CL" sz="2400" b="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) </a:t>
            </a:r>
            <a:r>
              <a:rPr kumimoji="0" lang="es-CL" altLang="es-CL" sz="2400" b="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or</a:t>
            </a:r>
            <a:r>
              <a:rPr kumimoji="0" lang="es-CL" altLang="es-CL" sz="2400" b="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 </a:t>
            </a:r>
            <a:r>
              <a:rPr kumimoji="0" lang="es-CL" altLang="es-CL" sz="2400" b="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majority</a:t>
            </a:r>
            <a:r>
              <a:rPr kumimoji="0" lang="es-CL" altLang="es-CL" sz="2400" b="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 vote (</a:t>
            </a:r>
            <a:r>
              <a:rPr kumimoji="0" lang="es-CL" altLang="es-CL" sz="2400" b="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classification</a:t>
            </a:r>
            <a:r>
              <a:rPr kumimoji="0" lang="es-CL" altLang="es-CL" sz="2400" b="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)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L" altLang="es-CL" sz="2400" b="0" i="0" u="none" strike="noStrike" cap="none" normalizeH="0" baseline="0" dirty="0">
              <a:ln>
                <a:noFill/>
              </a:ln>
              <a:effectLst/>
              <a:latin typeface="quote-cjk-patch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L" altLang="es-CL" sz="2400" b="1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Key </a:t>
            </a:r>
            <a:r>
              <a:rPr kumimoji="0" lang="es-CL" altLang="es-CL" sz="2400" b="1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benefits</a:t>
            </a:r>
            <a:r>
              <a:rPr kumimoji="0" lang="es-CL" altLang="es-CL" sz="2400" b="1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: </a:t>
            </a:r>
            <a:r>
              <a:rPr kumimoji="0" lang="es-CL" altLang="es-CL" sz="2400" b="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Robust</a:t>
            </a:r>
            <a:r>
              <a:rPr kumimoji="0" lang="es-CL" altLang="es-CL" sz="2400" b="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, </a:t>
            </a:r>
            <a:r>
              <a:rPr kumimoji="0" lang="es-CL" altLang="es-CL" sz="2400" b="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handles</a:t>
            </a:r>
            <a:r>
              <a:rPr kumimoji="0" lang="es-CL" altLang="es-CL" sz="2400" b="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 non-</a:t>
            </a:r>
            <a:r>
              <a:rPr kumimoji="0" lang="es-CL" altLang="es-CL" sz="2400" b="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linearities</a:t>
            </a:r>
            <a:r>
              <a:rPr kumimoji="0" lang="es-CL" altLang="es-CL" sz="2400" b="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, </a:t>
            </a:r>
            <a:r>
              <a:rPr kumimoji="0" lang="es-CL" altLang="es-CL" sz="2400" b="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feature</a:t>
            </a:r>
            <a:r>
              <a:rPr kumimoji="0" lang="es-CL" altLang="es-CL" sz="2400" b="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 </a:t>
            </a:r>
            <a:r>
              <a:rPr kumimoji="0" lang="es-CL" altLang="es-CL" sz="2400" b="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importance</a:t>
            </a:r>
            <a:endParaRPr kumimoji="0" lang="es-CL" altLang="es-CL" sz="2400" b="0" i="0" u="none" strike="noStrike" cap="none" normalizeH="0" baseline="0" dirty="0">
              <a:ln>
                <a:noFill/>
              </a:ln>
              <a:effectLst/>
              <a:latin typeface="quote-cjk-patch"/>
            </a:endParaRPr>
          </a:p>
        </p:txBody>
      </p:sp>
      <p:pic>
        <p:nvPicPr>
          <p:cNvPr id="10242" name="Picture 2" descr="Random Forest Simple Explanation. Understanding the Random Forest with an…  | by Will Koehrsen | Medium">
            <a:extLst>
              <a:ext uri="{FF2B5EF4-FFF2-40B4-BE49-F238E27FC236}">
                <a16:creationId xmlns:a16="http://schemas.microsoft.com/office/drawing/2014/main" id="{4F6692E2-A7A6-FAFA-E3FC-183F97B5698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88"/>
          <a:stretch>
            <a:fillRect/>
          </a:stretch>
        </p:blipFill>
        <p:spPr bwMode="auto">
          <a:xfrm>
            <a:off x="174135" y="1759378"/>
            <a:ext cx="6221971" cy="4093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3" name="Graphic 10243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85120" y="19792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3344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D8B70-A954-250A-80FD-5290B4D39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n 11">
            <a:extLst>
              <a:ext uri="{FF2B5EF4-FFF2-40B4-BE49-F238E27FC236}">
                <a16:creationId xmlns:a16="http://schemas.microsoft.com/office/drawing/2014/main" id="{1F8597BE-53A3-D4B1-15C4-9DB2CE3645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587658"/>
            <a:ext cx="12191996" cy="2888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81A4677-2DBB-34E4-71C0-EEE6E496E96A}"/>
              </a:ext>
            </a:extLst>
          </p:cNvPr>
          <p:cNvSpPr/>
          <p:nvPr/>
        </p:nvSpPr>
        <p:spPr>
          <a:xfrm>
            <a:off x="-4" y="0"/>
            <a:ext cx="12192000" cy="1024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FD1D5353-F560-81FE-27AB-CB7ED6D314DA}"/>
              </a:ext>
            </a:extLst>
          </p:cNvPr>
          <p:cNvSpPr txBox="1"/>
          <p:nvPr/>
        </p:nvSpPr>
        <p:spPr>
          <a:xfrm>
            <a:off x="174135" y="278407"/>
            <a:ext cx="11920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>
                <a:latin typeface="CMU Sans Serif" panose="02000603000000000000"/>
                <a:ea typeface="CMU Sans Serif" panose="02000603000000000000" pitchFamily="2" charset="0"/>
                <a:cs typeface="CMU Sans Serif" panose="02000603000000000000" pitchFamily="2" charset="0"/>
              </a:rPr>
              <a:t>Random Forest </a:t>
            </a:r>
            <a:endParaRPr lang="en-US" sz="3600" b="1" dirty="0">
              <a:latin typeface="CMU Sans Serif" panose="0200060300000000000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9" name="CuadroTexto 12">
            <a:extLst>
              <a:ext uri="{FF2B5EF4-FFF2-40B4-BE49-F238E27FC236}">
                <a16:creationId xmlns:a16="http://schemas.microsoft.com/office/drawing/2014/main" id="{99713712-35E2-35A5-9D39-AEA1C7860550}"/>
              </a:ext>
            </a:extLst>
          </p:cNvPr>
          <p:cNvSpPr txBox="1"/>
          <p:nvPr/>
        </p:nvSpPr>
        <p:spPr>
          <a:xfrm>
            <a:off x="134378" y="6587658"/>
            <a:ext cx="13383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</a:t>
            </a:r>
            <a:r>
              <a:rPr lang="es-CL" sz="12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Muñoz-Herrera and  Hormazábal	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             </a:t>
            </a:r>
            <a:r>
              <a:rPr lang="en-US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Class 9: Machine Learning – Decision Tree 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</a:t>
            </a:r>
            <a:r>
              <a:rPr lang="en-US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UNIT III: Advanced Analytics and Machine Learning Models 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	   </a:t>
            </a:r>
            <a:endParaRPr lang="es-CL" sz="14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pic>
        <p:nvPicPr>
          <p:cNvPr id="10243" name="Graphic 10243">
            <a:extLst>
              <a:ext uri="{FF2B5EF4-FFF2-40B4-BE49-F238E27FC236}">
                <a16:creationId xmlns:a16="http://schemas.microsoft.com/office/drawing/2014/main" id="{7A8E0700-54D9-25C3-5F95-2222B9C89A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85120" y="19792"/>
            <a:ext cx="914400" cy="914400"/>
          </a:xfrm>
          <a:prstGeom prst="rect">
            <a:avLst/>
          </a:prstGeom>
        </p:spPr>
      </p:pic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0AF643EC-ABD6-E493-A6EC-60B1A4936B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3415728"/>
              </p:ext>
            </p:extLst>
          </p:nvPr>
        </p:nvGraphicFramePr>
        <p:xfrm>
          <a:off x="820554" y="1620016"/>
          <a:ext cx="10627894" cy="2217420"/>
        </p:xfrm>
        <a:graphic>
          <a:graphicData uri="http://schemas.openxmlformats.org/drawingml/2006/table">
            <a:tbl>
              <a:tblPr/>
              <a:tblGrid>
                <a:gridCol w="5313947">
                  <a:extLst>
                    <a:ext uri="{9D8B030D-6E8A-4147-A177-3AD203B41FA5}">
                      <a16:colId xmlns:a16="http://schemas.microsoft.com/office/drawing/2014/main" val="3640837761"/>
                    </a:ext>
                  </a:extLst>
                </a:gridCol>
                <a:gridCol w="5313947">
                  <a:extLst>
                    <a:ext uri="{9D8B030D-6E8A-4147-A177-3AD203B41FA5}">
                      <a16:colId xmlns:a16="http://schemas.microsoft.com/office/drawing/2014/main" val="20483201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800" dirty="0" err="1">
                          <a:effectLst/>
                        </a:rPr>
                        <a:t>Randomness</a:t>
                      </a:r>
                      <a:r>
                        <a:rPr lang="es-CL" sz="1800" dirty="0">
                          <a:effectLst/>
                        </a:rPr>
                        <a:t> </a:t>
                      </a:r>
                      <a:r>
                        <a:rPr lang="es-CL" sz="1800" dirty="0" err="1">
                          <a:effectLst/>
                        </a:rPr>
                        <a:t>type</a:t>
                      </a:r>
                      <a:endParaRPr lang="es-CL" sz="1800" dirty="0">
                        <a:effectLst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800" dirty="0" err="1">
                          <a:effectLst/>
                        </a:rPr>
                        <a:t>Description</a:t>
                      </a:r>
                      <a:endParaRPr lang="es-CL" sz="1800" dirty="0">
                        <a:effectLst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43114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L" sz="1800" b="1">
                          <a:effectLst/>
                        </a:rPr>
                        <a:t>Rows (bootstrap)</a:t>
                      </a:r>
                      <a:endParaRPr lang="es-CL" sz="1800">
                        <a:effectLst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L" sz="1800" dirty="0" err="1">
                          <a:effectLst/>
                        </a:rPr>
                        <a:t>Each</a:t>
                      </a:r>
                      <a:r>
                        <a:rPr lang="es-CL" sz="1800" dirty="0">
                          <a:effectLst/>
                        </a:rPr>
                        <a:t> </a:t>
                      </a:r>
                      <a:r>
                        <a:rPr lang="es-CL" sz="1800" dirty="0" err="1">
                          <a:effectLst/>
                        </a:rPr>
                        <a:t>tree</a:t>
                      </a:r>
                      <a:r>
                        <a:rPr lang="es-CL" sz="1800" dirty="0">
                          <a:effectLst/>
                        </a:rPr>
                        <a:t> </a:t>
                      </a:r>
                      <a:r>
                        <a:rPr lang="es-CL" sz="1800" dirty="0" err="1">
                          <a:effectLst/>
                        </a:rPr>
                        <a:t>trained</a:t>
                      </a:r>
                      <a:r>
                        <a:rPr lang="es-CL" sz="1800" dirty="0">
                          <a:effectLst/>
                        </a:rPr>
                        <a:t> </a:t>
                      </a:r>
                      <a:r>
                        <a:rPr lang="es-CL" sz="1800" dirty="0" err="1">
                          <a:effectLst/>
                        </a:rPr>
                        <a:t>on</a:t>
                      </a:r>
                      <a:r>
                        <a:rPr lang="es-CL" sz="1800" dirty="0">
                          <a:effectLst/>
                        </a:rPr>
                        <a:t> a </a:t>
                      </a:r>
                      <a:r>
                        <a:rPr lang="es-CL" sz="1800" dirty="0" err="1">
                          <a:effectLst/>
                        </a:rPr>
                        <a:t>different</a:t>
                      </a:r>
                      <a:r>
                        <a:rPr lang="es-CL" sz="1800" dirty="0">
                          <a:effectLst/>
                        </a:rPr>
                        <a:t> </a:t>
                      </a:r>
                      <a:r>
                        <a:rPr lang="es-CL" sz="1800" dirty="0" err="1">
                          <a:effectLst/>
                        </a:rPr>
                        <a:t>bootstrap</a:t>
                      </a:r>
                      <a:r>
                        <a:rPr lang="es-CL" sz="1800" dirty="0">
                          <a:effectLst/>
                        </a:rPr>
                        <a:t> </a:t>
                      </a:r>
                      <a:r>
                        <a:rPr lang="es-CL" sz="1800" dirty="0" err="1">
                          <a:effectLst/>
                        </a:rPr>
                        <a:t>sample</a:t>
                      </a:r>
                      <a:r>
                        <a:rPr lang="es-CL" sz="1800" dirty="0">
                          <a:effectLst/>
                        </a:rPr>
                        <a:t> </a:t>
                      </a:r>
                      <a:r>
                        <a:rPr lang="es-CL" sz="1800" dirty="0" err="1">
                          <a:effectLst/>
                        </a:rPr>
                        <a:t>of</a:t>
                      </a:r>
                      <a:r>
                        <a:rPr lang="es-CL" sz="1800" dirty="0">
                          <a:effectLst/>
                        </a:rPr>
                        <a:t> </a:t>
                      </a:r>
                      <a:r>
                        <a:rPr lang="es-CL" sz="1800" dirty="0" err="1">
                          <a:effectLst/>
                        </a:rPr>
                        <a:t>the</a:t>
                      </a:r>
                      <a:r>
                        <a:rPr lang="es-CL" sz="1800" dirty="0">
                          <a:effectLst/>
                        </a:rPr>
                        <a:t> data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91064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L" sz="1800" b="1">
                          <a:effectLst/>
                        </a:rPr>
                        <a:t>Features (subspace)</a:t>
                      </a:r>
                      <a:endParaRPr lang="es-CL" sz="1800">
                        <a:effectLst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L" sz="1800" dirty="0">
                          <a:effectLst/>
                        </a:rPr>
                        <a:t>At </a:t>
                      </a:r>
                      <a:r>
                        <a:rPr lang="es-CL" sz="1800" dirty="0" err="1">
                          <a:effectLst/>
                        </a:rPr>
                        <a:t>each</a:t>
                      </a:r>
                      <a:r>
                        <a:rPr lang="es-CL" sz="1800" dirty="0">
                          <a:effectLst/>
                        </a:rPr>
                        <a:t> </a:t>
                      </a:r>
                      <a:r>
                        <a:rPr lang="es-CL" sz="1800" dirty="0" err="1">
                          <a:effectLst/>
                        </a:rPr>
                        <a:t>split</a:t>
                      </a:r>
                      <a:r>
                        <a:rPr lang="es-CL" sz="1800" dirty="0">
                          <a:effectLst/>
                        </a:rPr>
                        <a:t>, </a:t>
                      </a:r>
                      <a:r>
                        <a:rPr lang="es-CL" sz="1800" dirty="0" err="1">
                          <a:effectLst/>
                        </a:rPr>
                        <a:t>consider</a:t>
                      </a:r>
                      <a:r>
                        <a:rPr lang="es-CL" sz="1800" dirty="0">
                          <a:effectLst/>
                        </a:rPr>
                        <a:t> </a:t>
                      </a:r>
                      <a:r>
                        <a:rPr lang="es-CL" sz="1800" dirty="0" err="1">
                          <a:effectLst/>
                        </a:rPr>
                        <a:t>only</a:t>
                      </a:r>
                      <a:r>
                        <a:rPr lang="es-CL" sz="1800" dirty="0">
                          <a:effectLst/>
                        </a:rPr>
                        <a:t> a </a:t>
                      </a:r>
                      <a:r>
                        <a:rPr lang="es-CL" sz="1800" dirty="0" err="1">
                          <a:effectLst/>
                        </a:rPr>
                        <a:t>random</a:t>
                      </a:r>
                      <a:r>
                        <a:rPr lang="es-CL" sz="1800" dirty="0">
                          <a:effectLst/>
                        </a:rPr>
                        <a:t> </a:t>
                      </a:r>
                      <a:r>
                        <a:rPr lang="es-CL" sz="1800" dirty="0" err="1">
                          <a:effectLst/>
                        </a:rPr>
                        <a:t>subset</a:t>
                      </a:r>
                      <a:r>
                        <a:rPr lang="es-CL" sz="1800" dirty="0">
                          <a:effectLst/>
                        </a:rPr>
                        <a:t> </a:t>
                      </a:r>
                      <a:r>
                        <a:rPr lang="es-CL" sz="1800" dirty="0" err="1">
                          <a:effectLst/>
                        </a:rPr>
                        <a:t>of</a:t>
                      </a:r>
                      <a:r>
                        <a:rPr lang="es-CL" sz="1800" dirty="0">
                          <a:effectLst/>
                        </a:rPr>
                        <a:t> </a:t>
                      </a:r>
                      <a:r>
                        <a:rPr lang="es-CL" sz="1800" dirty="0" err="1">
                          <a:effectLst/>
                        </a:rPr>
                        <a:t>features</a:t>
                      </a:r>
                      <a:r>
                        <a:rPr lang="es-CL" sz="1800" dirty="0">
                          <a:effectLst/>
                        </a:rPr>
                        <a:t> (</a:t>
                      </a:r>
                      <a:r>
                        <a:rPr lang="es-CL" sz="1800" dirty="0" err="1">
                          <a:effectLst/>
                        </a:rPr>
                        <a:t>typically</a:t>
                      </a:r>
                      <a:r>
                        <a:rPr lang="es-CL" sz="1800" dirty="0">
                          <a:effectLst/>
                        </a:rPr>
                        <a:t> √p </a:t>
                      </a:r>
                      <a:r>
                        <a:rPr lang="es-CL" sz="1800" dirty="0" err="1">
                          <a:effectLst/>
                        </a:rPr>
                        <a:t>for</a:t>
                      </a:r>
                      <a:r>
                        <a:rPr lang="es-CL" sz="1800" dirty="0">
                          <a:effectLst/>
                        </a:rPr>
                        <a:t> </a:t>
                      </a:r>
                      <a:r>
                        <a:rPr lang="es-CL" sz="1800" dirty="0" err="1">
                          <a:effectLst/>
                        </a:rPr>
                        <a:t>classification</a:t>
                      </a:r>
                      <a:r>
                        <a:rPr lang="es-CL" sz="1800" dirty="0">
                          <a:effectLst/>
                        </a:rPr>
                        <a:t>, p/3 </a:t>
                      </a:r>
                      <a:r>
                        <a:rPr lang="es-CL" sz="1800" dirty="0" err="1">
                          <a:effectLst/>
                        </a:rPr>
                        <a:t>for</a:t>
                      </a:r>
                      <a:r>
                        <a:rPr lang="es-CL" sz="1800" dirty="0">
                          <a:effectLst/>
                        </a:rPr>
                        <a:t> </a:t>
                      </a:r>
                      <a:r>
                        <a:rPr lang="es-CL" sz="1800" dirty="0" err="1">
                          <a:effectLst/>
                        </a:rPr>
                        <a:t>regression</a:t>
                      </a:r>
                      <a:r>
                        <a:rPr lang="es-CL" sz="1800" dirty="0">
                          <a:effectLst/>
                        </a:rPr>
                        <a:t>)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2059629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CDEDC3C0-A001-6533-5CCE-5C72D9446E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1604" y="1053171"/>
            <a:ext cx="9675768" cy="687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203136" rIns="0" bIns="203136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s-CL" altLang="es-CL" b="1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Why </a:t>
            </a:r>
            <a:r>
              <a:rPr kumimoji="0" lang="es-CL" altLang="es-CL" b="1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double</a:t>
            </a:r>
            <a:r>
              <a:rPr kumimoji="0" lang="es-CL" altLang="es-CL" b="1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 </a:t>
            </a:r>
            <a:r>
              <a:rPr kumimoji="0" lang="es-CL" altLang="es-CL" b="1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randomness</a:t>
            </a:r>
            <a:r>
              <a:rPr kumimoji="0" lang="es-CL" altLang="es-CL" b="1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?</a:t>
            </a:r>
            <a:r>
              <a:rPr kumimoji="0" lang="es-CL" altLang="es-CL" b="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 </a:t>
            </a:r>
            <a:r>
              <a:rPr lang="es-CL" altLang="es-CL" dirty="0">
                <a:latin typeface="quote-cjk-patch"/>
              </a:rPr>
              <a:t> →</a:t>
            </a:r>
            <a:r>
              <a:rPr kumimoji="0" lang="es-CL" altLang="es-CL" b="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 </a:t>
            </a:r>
            <a:r>
              <a:rPr kumimoji="0" lang="es-CL" altLang="es-CL" b="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Decreases</a:t>
            </a:r>
            <a:r>
              <a:rPr kumimoji="0" lang="es-CL" altLang="es-CL" b="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 </a:t>
            </a:r>
            <a:r>
              <a:rPr kumimoji="0" lang="es-CL" altLang="es-CL" b="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correlation</a:t>
            </a:r>
            <a:r>
              <a:rPr kumimoji="0" lang="es-CL" altLang="es-CL" b="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 </a:t>
            </a:r>
            <a:r>
              <a:rPr kumimoji="0" lang="es-CL" altLang="es-CL" b="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among</a:t>
            </a:r>
            <a:r>
              <a:rPr kumimoji="0" lang="es-CL" altLang="es-CL" b="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 </a:t>
            </a:r>
            <a:r>
              <a:rPr kumimoji="0" lang="es-CL" altLang="es-CL" b="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trees</a:t>
            </a:r>
            <a:r>
              <a:rPr kumimoji="0" lang="es-CL" altLang="es-CL" b="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 → </a:t>
            </a:r>
            <a:r>
              <a:rPr kumimoji="0" lang="es-CL" altLang="es-CL" b="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lower</a:t>
            </a:r>
            <a:r>
              <a:rPr kumimoji="0" lang="es-CL" altLang="es-CL" b="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 </a:t>
            </a:r>
            <a:r>
              <a:rPr kumimoji="0" lang="es-CL" altLang="es-CL" b="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variance</a:t>
            </a:r>
            <a:endParaRPr kumimoji="0" lang="es-CL" altLang="es-CL" sz="2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AEF0B52B-125B-FAD9-283B-9E56409B2D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6171" y="2095503"/>
            <a:ext cx="10627894" cy="45719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L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3188E1EC-3C5D-7A85-CA63-0F594DE32F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6852" y="176945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L" altLang="es-CL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CL" altLang="es-C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s-CL" altLang="es-C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269" name="Picture 5" descr="Random forests — An ensemble of decision trees | by Rukshan Pramoditha |  TDS Archive | Medium">
            <a:extLst>
              <a:ext uri="{FF2B5EF4-FFF2-40B4-BE49-F238E27FC236}">
                <a16:creationId xmlns:a16="http://schemas.microsoft.com/office/drawing/2014/main" id="{34E000C0-D620-21DA-8E4D-C4654C849B2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502" b="11563"/>
          <a:stretch>
            <a:fillRect/>
          </a:stretch>
        </p:blipFill>
        <p:spPr bwMode="auto">
          <a:xfrm>
            <a:off x="2879142" y="3918524"/>
            <a:ext cx="5643086" cy="2569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1" name="Picture 7" descr="Random forests — An ensemble of decision trees | by Rukshan Pramoditha |  TDS Archive | Medium">
            <a:extLst>
              <a:ext uri="{FF2B5EF4-FFF2-40B4-BE49-F238E27FC236}">
                <a16:creationId xmlns:a16="http://schemas.microsoft.com/office/drawing/2014/main" id="{AFA1E377-EA97-53ED-0225-E6ABA26BCDE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119" r="68145" b="2262"/>
          <a:stretch>
            <a:fillRect/>
          </a:stretch>
        </p:blipFill>
        <p:spPr bwMode="auto">
          <a:xfrm>
            <a:off x="6780894" y="6254371"/>
            <a:ext cx="1905907" cy="212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19956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4878A-5F81-771D-9B31-DD537F813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n 11">
            <a:extLst>
              <a:ext uri="{FF2B5EF4-FFF2-40B4-BE49-F238E27FC236}">
                <a16:creationId xmlns:a16="http://schemas.microsoft.com/office/drawing/2014/main" id="{355FE5E7-4567-53ED-49F2-2E6E215325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587658"/>
            <a:ext cx="12191996" cy="2888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A29D9A9-7A80-30C7-02CE-4246082B0192}"/>
              </a:ext>
            </a:extLst>
          </p:cNvPr>
          <p:cNvSpPr/>
          <p:nvPr/>
        </p:nvSpPr>
        <p:spPr>
          <a:xfrm>
            <a:off x="-4" y="0"/>
            <a:ext cx="12192000" cy="1024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A978215D-DF3D-634A-C88C-F55F7B8E3D6F}"/>
              </a:ext>
            </a:extLst>
          </p:cNvPr>
          <p:cNvSpPr txBox="1"/>
          <p:nvPr/>
        </p:nvSpPr>
        <p:spPr>
          <a:xfrm>
            <a:off x="174135" y="278407"/>
            <a:ext cx="11920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CMU Sans Serif" panose="02000603000000000000"/>
                <a:ea typeface="CMU Sans Serif" panose="02000603000000000000" pitchFamily="2" charset="0"/>
                <a:cs typeface="CMU Sans Serif" panose="02000603000000000000" pitchFamily="2" charset="0"/>
              </a:rPr>
              <a:t>Feature Importance</a:t>
            </a:r>
          </a:p>
        </p:txBody>
      </p:sp>
      <p:sp>
        <p:nvSpPr>
          <p:cNvPr id="9" name="CuadroTexto 12">
            <a:extLst>
              <a:ext uri="{FF2B5EF4-FFF2-40B4-BE49-F238E27FC236}">
                <a16:creationId xmlns:a16="http://schemas.microsoft.com/office/drawing/2014/main" id="{5E3401B1-1E4E-1C85-867F-335D668E9CC7}"/>
              </a:ext>
            </a:extLst>
          </p:cNvPr>
          <p:cNvSpPr txBox="1"/>
          <p:nvPr/>
        </p:nvSpPr>
        <p:spPr>
          <a:xfrm>
            <a:off x="134378" y="6587658"/>
            <a:ext cx="13383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</a:t>
            </a:r>
            <a:r>
              <a:rPr lang="es-CL" sz="12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Muñoz-Herrera and  Hormazábal	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             </a:t>
            </a:r>
            <a:r>
              <a:rPr lang="en-US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Class 9: Machine Learning – Decision Tree 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</a:t>
            </a:r>
            <a:r>
              <a:rPr lang="en-US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UNIT III: Advanced Analytics and Machine Learning Models 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	   </a:t>
            </a:r>
            <a:endParaRPr lang="es-CL" sz="14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6BBAD90-63DC-0F5D-9899-27CEA18E5E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2063" y="1595754"/>
            <a:ext cx="4934265" cy="41035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203136" rIns="0" bIns="203136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s-CL" altLang="es-CL" sz="240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Based</a:t>
            </a:r>
            <a:r>
              <a:rPr kumimoji="0" lang="es-CL" altLang="es-CL" sz="240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 </a:t>
            </a:r>
            <a:r>
              <a:rPr kumimoji="0" lang="es-CL" altLang="es-CL" sz="240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on</a:t>
            </a:r>
            <a:r>
              <a:rPr kumimoji="0" lang="es-CL" altLang="es-CL" sz="240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 </a:t>
            </a:r>
            <a:r>
              <a:rPr kumimoji="0" lang="es-CL" altLang="es-CL" sz="240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impurity</a:t>
            </a:r>
            <a:r>
              <a:rPr kumimoji="0" lang="es-CL" altLang="es-CL" sz="240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 </a:t>
            </a:r>
            <a:r>
              <a:rPr kumimoji="0" lang="es-CL" altLang="es-CL" sz="240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reduction</a:t>
            </a:r>
            <a:r>
              <a:rPr kumimoji="0" lang="es-CL" altLang="es-CL" sz="240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 (Gini </a:t>
            </a:r>
            <a:r>
              <a:rPr kumimoji="0" lang="es-CL" altLang="es-CL" sz="240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or</a:t>
            </a:r>
            <a:r>
              <a:rPr kumimoji="0" lang="es-CL" altLang="es-CL" sz="240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 </a:t>
            </a:r>
            <a:r>
              <a:rPr kumimoji="0" lang="es-CL" altLang="es-CL" sz="240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entropy</a:t>
            </a:r>
            <a:r>
              <a:rPr kumimoji="0" lang="es-CL" altLang="es-CL" sz="240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 </a:t>
            </a:r>
            <a:r>
              <a:rPr kumimoji="0" lang="es-CL" altLang="es-CL" sz="240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for</a:t>
            </a:r>
            <a:r>
              <a:rPr kumimoji="0" lang="es-CL" altLang="es-CL" sz="240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 </a:t>
            </a:r>
            <a:r>
              <a:rPr kumimoji="0" lang="es-CL" altLang="es-CL" sz="240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classification</a:t>
            </a:r>
            <a:r>
              <a:rPr kumimoji="0" lang="es-CL" altLang="es-CL" sz="240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, MSE </a:t>
            </a:r>
            <a:r>
              <a:rPr kumimoji="0" lang="es-CL" altLang="es-CL" sz="240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for</a:t>
            </a:r>
            <a:r>
              <a:rPr kumimoji="0" lang="es-CL" altLang="es-CL" sz="240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 </a:t>
            </a:r>
            <a:r>
              <a:rPr kumimoji="0" lang="es-CL" altLang="es-CL" sz="240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regression</a:t>
            </a:r>
            <a:r>
              <a:rPr kumimoji="0" lang="es-CL" altLang="es-CL" sz="240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)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s-CL" altLang="es-CL" sz="2400" i="0" u="none" strike="noStrike" cap="none" normalizeH="0" baseline="0" dirty="0">
              <a:ln>
                <a:noFill/>
              </a:ln>
              <a:effectLst/>
              <a:latin typeface="quote-cjk-patch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s-CL" altLang="es-CL" sz="240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For </a:t>
            </a:r>
            <a:r>
              <a:rPr kumimoji="0" lang="es-CL" altLang="es-CL" sz="240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each</a:t>
            </a:r>
            <a:r>
              <a:rPr kumimoji="0" lang="es-CL" altLang="es-CL" sz="240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 </a:t>
            </a:r>
            <a:r>
              <a:rPr kumimoji="0" lang="es-CL" altLang="es-CL" sz="240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feature</a:t>
            </a:r>
            <a:r>
              <a:rPr kumimoji="0" lang="es-CL" altLang="es-CL" sz="240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, </a:t>
            </a:r>
            <a:r>
              <a:rPr kumimoji="0" lang="es-CL" altLang="es-CL" sz="240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average</a:t>
            </a:r>
            <a:r>
              <a:rPr kumimoji="0" lang="es-CL" altLang="es-CL" sz="240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 </a:t>
            </a:r>
            <a:r>
              <a:rPr kumimoji="0" lang="es-CL" altLang="es-CL" sz="240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the</a:t>
            </a:r>
            <a:r>
              <a:rPr kumimoji="0" lang="es-CL" altLang="es-CL" sz="240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 total </a:t>
            </a:r>
            <a:r>
              <a:rPr kumimoji="0" lang="es-CL" altLang="es-CL" sz="240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decrease</a:t>
            </a:r>
            <a:r>
              <a:rPr kumimoji="0" lang="es-CL" altLang="es-CL" sz="240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 in </a:t>
            </a:r>
            <a:r>
              <a:rPr kumimoji="0" lang="es-CL" altLang="es-CL" sz="240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impurity</a:t>
            </a:r>
            <a:r>
              <a:rPr kumimoji="0" lang="es-CL" altLang="es-CL" sz="240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 </a:t>
            </a:r>
            <a:r>
              <a:rPr kumimoji="0" lang="es-CL" altLang="es-CL" sz="240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across</a:t>
            </a:r>
            <a:r>
              <a:rPr kumimoji="0" lang="es-CL" altLang="es-CL" sz="240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 </a:t>
            </a:r>
            <a:r>
              <a:rPr kumimoji="0" lang="es-CL" altLang="es-CL" sz="240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all</a:t>
            </a:r>
            <a:r>
              <a:rPr kumimoji="0" lang="es-CL" altLang="es-CL" sz="240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 </a:t>
            </a:r>
            <a:r>
              <a:rPr kumimoji="0" lang="es-CL" altLang="es-CL" sz="240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splits</a:t>
            </a:r>
            <a:r>
              <a:rPr kumimoji="0" lang="es-CL" altLang="es-CL" sz="240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 (</a:t>
            </a:r>
            <a:r>
              <a:rPr kumimoji="0" lang="es-CL" altLang="es-CL" sz="240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weighted</a:t>
            </a:r>
            <a:r>
              <a:rPr kumimoji="0" lang="es-CL" altLang="es-CL" sz="240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 </a:t>
            </a:r>
            <a:r>
              <a:rPr kumimoji="0" lang="es-CL" altLang="es-CL" sz="240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by</a:t>
            </a:r>
            <a:r>
              <a:rPr kumimoji="0" lang="es-CL" altLang="es-CL" sz="240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 </a:t>
            </a:r>
            <a:r>
              <a:rPr kumimoji="0" lang="es-CL" altLang="es-CL" sz="240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number</a:t>
            </a:r>
            <a:r>
              <a:rPr kumimoji="0" lang="es-CL" altLang="es-CL" sz="240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 </a:t>
            </a:r>
            <a:r>
              <a:rPr kumimoji="0" lang="es-CL" altLang="es-CL" sz="240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of</a:t>
            </a:r>
            <a:r>
              <a:rPr kumimoji="0" lang="es-CL" altLang="es-CL" sz="240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 </a:t>
            </a:r>
            <a:r>
              <a:rPr kumimoji="0" lang="es-CL" altLang="es-CL" sz="240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samples</a:t>
            </a:r>
            <a:r>
              <a:rPr kumimoji="0" lang="es-CL" altLang="es-CL" sz="240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)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s-CL" altLang="es-CL" sz="2400" i="0" u="none" strike="noStrike" cap="none" normalizeH="0" baseline="0" dirty="0">
              <a:ln>
                <a:noFill/>
              </a:ln>
              <a:effectLst/>
              <a:latin typeface="quote-cjk-patch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s-CL" altLang="es-CL" sz="240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Limitations</a:t>
            </a:r>
            <a:r>
              <a:rPr kumimoji="0" lang="es-CL" altLang="es-CL" sz="240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: </a:t>
            </a:r>
            <a:r>
              <a:rPr kumimoji="0" lang="es-CL" altLang="es-CL" sz="240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biased</a:t>
            </a:r>
            <a:r>
              <a:rPr kumimoji="0" lang="es-CL" altLang="es-CL" sz="240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 </a:t>
            </a:r>
            <a:r>
              <a:rPr kumimoji="0" lang="es-CL" altLang="es-CL" sz="240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toward</a:t>
            </a:r>
            <a:r>
              <a:rPr kumimoji="0" lang="es-CL" altLang="es-CL" sz="240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 </a:t>
            </a:r>
            <a:r>
              <a:rPr kumimoji="0" lang="es-CL" altLang="es-CL" sz="240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high-cardinality</a:t>
            </a:r>
            <a:r>
              <a:rPr kumimoji="0" lang="es-CL" altLang="es-CL" sz="240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 </a:t>
            </a:r>
            <a:r>
              <a:rPr kumimoji="0" lang="es-CL" altLang="es-CL" sz="240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or</a:t>
            </a:r>
            <a:r>
              <a:rPr kumimoji="0" lang="es-CL" altLang="es-CL" sz="240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 </a:t>
            </a:r>
            <a:r>
              <a:rPr kumimoji="0" lang="es-CL" altLang="es-CL" sz="240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continuous</a:t>
            </a:r>
            <a:r>
              <a:rPr kumimoji="0" lang="es-CL" altLang="es-CL" sz="240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 </a:t>
            </a:r>
            <a:r>
              <a:rPr kumimoji="0" lang="es-CL" altLang="es-CL" sz="2400" i="0" u="none" strike="noStrike" cap="none" normalizeH="0" baseline="0" dirty="0" err="1">
                <a:ln>
                  <a:noFill/>
                </a:ln>
                <a:effectLst/>
                <a:latin typeface="quote-cjk-patch"/>
              </a:rPr>
              <a:t>features</a:t>
            </a:r>
            <a:endParaRPr kumimoji="0" lang="es-CL" altLang="es-CL" sz="2400" i="0" u="none" strike="noStrike" cap="none" normalizeH="0" baseline="0" dirty="0">
              <a:ln>
                <a:noFill/>
              </a:ln>
              <a:effectLst/>
              <a:latin typeface="quote-cjk-patch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3C28E313-7FAF-E7C2-E61C-2795E30113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6852" y="176945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L" altLang="es-CL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CL" altLang="es-C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s-CL" altLang="es-C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5362" name="Picture 2" descr="Random Forest Feature Importance Explained">
            <a:extLst>
              <a:ext uri="{FF2B5EF4-FFF2-40B4-BE49-F238E27FC236}">
                <a16:creationId xmlns:a16="http://schemas.microsoft.com/office/drawing/2014/main" id="{B51D2028-445E-9DDC-67C6-A9C3FDA13F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702" y="1452734"/>
            <a:ext cx="5852799" cy="4389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88831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70094-E474-A5CC-5DC9-A94FCC2DA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n 11">
            <a:extLst>
              <a:ext uri="{FF2B5EF4-FFF2-40B4-BE49-F238E27FC236}">
                <a16:creationId xmlns:a16="http://schemas.microsoft.com/office/drawing/2014/main" id="{6BB513EA-B3AB-7C26-7FC9-724A7F0246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587658"/>
            <a:ext cx="12191996" cy="2888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E4CA7F4-5304-3A5C-4359-F8191D660ED1}"/>
              </a:ext>
            </a:extLst>
          </p:cNvPr>
          <p:cNvSpPr/>
          <p:nvPr/>
        </p:nvSpPr>
        <p:spPr>
          <a:xfrm>
            <a:off x="-4" y="0"/>
            <a:ext cx="12192000" cy="1024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D0BAF316-E9FD-4622-BFF1-5C99E4C6C43B}"/>
              </a:ext>
            </a:extLst>
          </p:cNvPr>
          <p:cNvSpPr txBox="1"/>
          <p:nvPr/>
        </p:nvSpPr>
        <p:spPr>
          <a:xfrm>
            <a:off x="174135" y="278407"/>
            <a:ext cx="11920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CMU Sans Serif" panose="02000603000000000000"/>
                <a:ea typeface="CMU Sans Serif" panose="02000603000000000000" pitchFamily="2" charset="0"/>
                <a:cs typeface="CMU Sans Serif" panose="02000603000000000000" pitchFamily="2" charset="0"/>
              </a:rPr>
              <a:t>Hyperparameters Search</a:t>
            </a:r>
          </a:p>
        </p:txBody>
      </p:sp>
      <p:sp>
        <p:nvSpPr>
          <p:cNvPr id="9" name="CuadroTexto 12">
            <a:extLst>
              <a:ext uri="{FF2B5EF4-FFF2-40B4-BE49-F238E27FC236}">
                <a16:creationId xmlns:a16="http://schemas.microsoft.com/office/drawing/2014/main" id="{DE53E4B7-3EB2-FA67-BB2B-4DFC81C1663D}"/>
              </a:ext>
            </a:extLst>
          </p:cNvPr>
          <p:cNvSpPr txBox="1"/>
          <p:nvPr/>
        </p:nvSpPr>
        <p:spPr>
          <a:xfrm>
            <a:off x="134378" y="6587658"/>
            <a:ext cx="13383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</a:t>
            </a:r>
            <a:r>
              <a:rPr lang="es-CL" sz="12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Muñoz-Herrera and  Hormazábal	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             </a:t>
            </a:r>
            <a:r>
              <a:rPr lang="en-US" sz="1200" b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Class 9: </a:t>
            </a:r>
            <a:r>
              <a:rPr lang="en-US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Machine Learning – Decision Tree 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</a:t>
            </a:r>
            <a:r>
              <a:rPr lang="en-US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UNIT III: Advanced Analytics and Machine Learning Models 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	   </a:t>
            </a:r>
            <a:endParaRPr lang="es-CL" sz="14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F907C325-432C-C591-3D29-7C4CEC24B7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6852" y="176945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L" altLang="es-CL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CL" altLang="es-C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s-CL" altLang="es-C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9458" name="Picture 2" descr="Grid Search vs Random Search in Trading « adventuresofgreg.blog">
            <a:extLst>
              <a:ext uri="{FF2B5EF4-FFF2-40B4-BE49-F238E27FC236}">
                <a16:creationId xmlns:a16="http://schemas.microsoft.com/office/drawing/2014/main" id="{B6C7471E-13E6-D038-ECE5-F9F3F44BF7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48"/>
          <a:stretch>
            <a:fillRect/>
          </a:stretch>
        </p:blipFill>
        <p:spPr bwMode="auto">
          <a:xfrm>
            <a:off x="259137" y="1024128"/>
            <a:ext cx="11750728" cy="5521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073474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276BBA0-371A-4145-96EE-8C65A0FBFDB0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0b34dcc5-428e-47a1-b884-87bf1d48ce6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54123</TotalTime>
  <Words>2169</Words>
  <Application>Microsoft Office PowerPoint</Application>
  <PresentationFormat>Panorámica</PresentationFormat>
  <Paragraphs>202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CMU Sans Serif</vt:lpstr>
      <vt:lpstr>quote-cjk-patch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Sebastian Alfredo Munoz Herrera</dc:creator>
  <cp:lastModifiedBy>Héctor Alonso Hormazábal Vildósola</cp:lastModifiedBy>
  <cp:revision>306</cp:revision>
  <cp:lastPrinted>2025-06-20T00:00:54Z</cp:lastPrinted>
  <dcterms:created xsi:type="dcterms:W3CDTF">2020-06-17T02:23:22Z</dcterms:created>
  <dcterms:modified xsi:type="dcterms:W3CDTF">2026-05-07T01:22:54Z</dcterms:modified>
</cp:coreProperties>
</file>